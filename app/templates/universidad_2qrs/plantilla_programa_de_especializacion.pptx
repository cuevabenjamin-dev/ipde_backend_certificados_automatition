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42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1-14T23:39:32.441" v="15" actId="6549"/>
      <pc:docMkLst>
        <pc:docMk/>
      </pc:docMkLst>
      <pc:sldChg chg="delSp modSp mod">
        <pc:chgData name="Benjamín de Jesús Cueva Niño de Guzmán" userId="56da303013910523" providerId="LiveId" clId="{532B7A48-8887-4F62-9537-0BA1FAE83637}" dt="2026-01-14T23:39:12.411" v="12" actId="1036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1-14T23:39:12.411" v="12" actId="1036"/>
          <ac:spMkLst>
            <pc:docMk/>
            <pc:sldMk cId="2410626708" sldId="277"/>
            <ac:spMk id="22" creationId="{D6CB106F-7EC0-002A-CEBE-0064B169D038}"/>
          </ac:spMkLst>
        </pc:spChg>
        <pc:spChg chg="mod">
          <ac:chgData name="Benjamín de Jesús Cueva Niño de Guzmán" userId="56da303013910523" providerId="LiveId" clId="{532B7A48-8887-4F62-9537-0BA1FAE83637}" dt="2026-01-14T23:39:12.411" v="12" actId="1036"/>
          <ac:spMkLst>
            <pc:docMk/>
            <pc:sldMk cId="2410626708" sldId="277"/>
            <ac:spMk id="23" creationId="{D962536F-CB9F-1938-8F28-5D8C8FE943C7}"/>
          </ac:spMkLst>
        </pc:spChg>
        <pc:picChg chg="del">
          <ac:chgData name="Benjamín de Jesús Cueva Niño de Guzmán" userId="56da303013910523" providerId="LiveId" clId="{532B7A48-8887-4F62-9537-0BA1FAE83637}" dt="2026-01-14T23:39:07" v="4" actId="478"/>
          <ac:picMkLst>
            <pc:docMk/>
            <pc:sldMk cId="2410626708" sldId="277"/>
            <ac:picMk id="18" creationId="{65D7DBE5-F3CD-0E62-8756-B223F377361E}"/>
          </ac:picMkLst>
        </pc:picChg>
      </pc:sldChg>
      <pc:sldChg chg="delSp modSp mod">
        <pc:chgData name="Benjamín de Jesús Cueva Niño de Guzmán" userId="56da303013910523" providerId="LiveId" clId="{532B7A48-8887-4F62-9537-0BA1FAE83637}" dt="2026-01-14T23:39:32.441" v="15" actId="6549"/>
        <pc:sldMkLst>
          <pc:docMk/>
          <pc:sldMk cId="4084903007" sldId="278"/>
        </pc:sldMkLst>
        <pc:spChg chg="mod">
          <ac:chgData name="Benjamín de Jesús Cueva Niño de Guzmán" userId="56da303013910523" providerId="LiveId" clId="{532B7A48-8887-4F62-9537-0BA1FAE83637}" dt="2026-01-14T23:39:32.441" v="15" actId="6549"/>
          <ac:spMkLst>
            <pc:docMk/>
            <pc:sldMk cId="4084903007" sldId="278"/>
            <ac:spMk id="25" creationId="{1BD7C6F0-73B6-617B-0B21-594BAED95EBF}"/>
          </ac:spMkLst>
        </pc:spChg>
        <pc:picChg chg="del">
          <ac:chgData name="Benjamín de Jesús Cueva Niño de Guzmán" userId="56da303013910523" providerId="LiveId" clId="{532B7A48-8887-4F62-9537-0BA1FAE83637}" dt="2026-01-14T23:39:27.620" v="13" actId="478"/>
          <ac:picMkLst>
            <pc:docMk/>
            <pc:sldMk cId="4084903007" sldId="278"/>
            <ac:picMk id="7" creationId="{1A5F3F7F-F6EA-295F-A298-EE7118A8FF90}"/>
          </ac:picMkLst>
        </pc:picChg>
        <pc:picChg chg="del">
          <ac:chgData name="Benjamín de Jesús Cueva Niño de Guzmán" userId="56da303013910523" providerId="LiveId" clId="{532B7A48-8887-4F62-9537-0BA1FAE83637}" dt="2026-01-14T23:39:29.163" v="14" actId="478"/>
          <ac:picMkLst>
            <pc:docMk/>
            <pc:sldMk cId="4084903007" sldId="278"/>
            <ac:picMk id="17" creationId="{E2F7B553-0DD8-3254-E8A5-8AFCBCCE12B1}"/>
          </ac:picMkLst>
        </pc:picChg>
        <pc:picChg chg="del">
          <ac:chgData name="Benjamín de Jesús Cueva Niño de Guzmán" userId="56da303013910523" providerId="LiveId" clId="{532B7A48-8887-4F62-9537-0BA1FAE83637}" dt="2026-01-14T23:39:08.807" v="5" actId="478"/>
          <ac:picMkLst>
            <pc:docMk/>
            <pc:sldMk cId="4084903007" sldId="278"/>
            <ac:picMk id="26" creationId="{39C9745C-4A41-3AC5-CAAD-095724A20EBB}"/>
          </ac:picMkLst>
        </pc:picChg>
      </pc:sldChg>
      <pc:sldChg chg="del">
        <pc:chgData name="Benjamín de Jesús Cueva Niño de Guzmán" userId="56da303013910523" providerId="LiveId" clId="{532B7A48-8887-4F62-9537-0BA1FAE83637}" dt="2026-01-14T23:38:56.402" v="2" actId="47"/>
        <pc:sldMkLst>
          <pc:docMk/>
          <pc:sldMk cId="1379650257" sldId="279"/>
        </pc:sldMkLst>
      </pc:sldChg>
      <pc:sldChg chg="del">
        <pc:chgData name="Benjamín de Jesús Cueva Niño de Guzmán" userId="56da303013910523" providerId="LiveId" clId="{532B7A48-8887-4F62-9537-0BA1FAE83637}" dt="2026-01-14T23:38:56.766" v="3" actId="47"/>
        <pc:sldMkLst>
          <pc:docMk/>
          <pc:sldMk cId="2353653050" sldId="280"/>
        </pc:sldMkLst>
      </pc:sldChg>
      <pc:sldChg chg="del">
        <pc:chgData name="Benjamín de Jesús Cueva Niño de Guzmán" userId="56da303013910523" providerId="LiveId" clId="{532B7A48-8887-4F62-9537-0BA1FAE83637}" dt="2026-01-14T23:38:55.858" v="0" actId="47"/>
        <pc:sldMkLst>
          <pc:docMk/>
          <pc:sldMk cId="4178494260" sldId="281"/>
        </pc:sldMkLst>
      </pc:sldChg>
      <pc:sldChg chg="del">
        <pc:chgData name="Benjamín de Jesús Cueva Niño de Guzmán" userId="56da303013910523" providerId="LiveId" clId="{532B7A48-8887-4F62-9537-0BA1FAE83637}" dt="2026-01-14T23:38:56.003" v="1" actId="47"/>
        <pc:sldMkLst>
          <pc:docMk/>
          <pc:sldMk cId="1741124028" sldId="28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1/28/2026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28/01/2026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3452041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06584"/>
            <a:ext cx="554622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000" dirty="0">
                <a:latin typeface="Algerian" panose="04020705040A02060702" pitchFamily="82" charset="0"/>
              </a:rPr>
              <a:t>PROGRAMA DE</a:t>
            </a:r>
          </a:p>
          <a:p>
            <a:pPr algn="ctr"/>
            <a:r>
              <a:rPr lang="es-PE" sz="4000" dirty="0">
                <a:latin typeface="Algerian" panose="04020705040A02060702" pitchFamily="82" charset="0"/>
              </a:rPr>
              <a:t>ESPECIALIZACIÓN</a:t>
            </a:r>
            <a:endParaRPr lang="es-PE" sz="28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3197491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60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570664" y="4554684"/>
            <a:ext cx="5716673" cy="296710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PROGRAMA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ESPECIALIZACIÓN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{{MODELO_MINUSCULA}} otorgándole los privilegios y consideraciones que le corresponden.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36D8880-B179-580E-0319-C4E9487E072A}"/>
              </a:ext>
            </a:extLst>
          </p:cNvPr>
          <p:cNvSpPr/>
          <p:nvPr/>
        </p:nvSpPr>
        <p:spPr>
          <a:xfrm>
            <a:off x="3075083" y="7543954"/>
            <a:ext cx="3359480" cy="320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F25441A-93BD-74CB-56AE-2B019756F5A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1120D39B-BBF4-6A1E-0604-2118B74697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190620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dirty="0"/>
                        <a:t>{{FOLIO_NUMERO}}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PROGRAMA </a:t>
            </a:r>
            <a:r>
              <a:rPr lang="es-ES" sz="1400" b="1">
                <a:latin typeface="Arial" pitchFamily="34" charset="0"/>
                <a:cs typeface="Arial" pitchFamily="34" charset="0"/>
              </a:rPr>
              <a:t>DE ESPECIALIZACIÓN: </a:t>
            </a:r>
            <a:r>
              <a:rPr lang="es-ES" sz="140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BD7C6F0-73B6-617B-0B21-594BAED95EBF}"/>
              </a:ext>
            </a:extLst>
          </p:cNvPr>
          <p:cNvSpPr/>
          <p:nvPr/>
        </p:nvSpPr>
        <p:spPr>
          <a:xfrm>
            <a:off x="4541929" y="8673847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Tabla 26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474494"/>
              </p:ext>
            </p:extLst>
          </p:nvPr>
        </p:nvGraphicFramePr>
        <p:xfrm>
          <a:off x="745017" y="3109557"/>
          <a:ext cx="5367967" cy="4064562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{{MODULO_4}}</a:t>
                      </a:r>
                      <a:endParaRPr lang="es-ES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{{MODULO_6}}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787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0688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5077155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1200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A00ABDB8-C524-6007-A684-013D748CA6D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2287A8A9-A20E-2BDC-43E7-235D4D493C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D391E27-095D-5DB2-7A0B-3AF86A407618}"/>
              </a:ext>
            </a:extLst>
          </p:cNvPr>
          <p:cNvSpPr txBox="1"/>
          <p:nvPr/>
        </p:nvSpPr>
        <p:spPr>
          <a:xfrm>
            <a:off x="3148307" y="8205520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64164</TotalTime>
  <Words>321</Words>
  <Application>Microsoft Office PowerPoint</Application>
  <PresentationFormat>A4 (210 x 297 mm)</PresentationFormat>
  <Paragraphs>67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1145</cp:revision>
  <cp:lastPrinted>2026-01-13T23:09:00Z</cp:lastPrinted>
  <dcterms:created xsi:type="dcterms:W3CDTF">2018-11-06T14:43:46Z</dcterms:created>
  <dcterms:modified xsi:type="dcterms:W3CDTF">2026-01-28T18:00:09Z</dcterms:modified>
</cp:coreProperties>
</file>