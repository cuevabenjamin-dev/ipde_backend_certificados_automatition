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E3ECE-2174-407D-B644-D0DBC5905E7E}" v="4" dt="2026-03-02T03:09:00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17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3-02T03:09:18.900" v="91" actId="1278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2T03:08:45.169" v="72" actId="962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3-02T03:08:13.046" v="44" actId="1035"/>
          <ac:spMkLst>
            <pc:docMk/>
            <pc:sldMk cId="2410626708" sldId="277"/>
            <ac:spMk id="2" creationId="{6718E74D-9F2C-B892-E699-1EC198F4A308}"/>
          </ac:spMkLst>
        </pc:spChg>
        <pc:spChg chg="mod">
          <ac:chgData name="Benjamín de Jesús Cueva Niño de Guzmán" userId="56da303013910523" providerId="LiveId" clId="{532B7A48-8887-4F62-9537-0BA1FAE83637}" dt="2026-03-02T03:08:33.761" v="71" actId="164"/>
          <ac:spMkLst>
            <pc:docMk/>
            <pc:sldMk cId="2410626708" sldId="277"/>
            <ac:spMk id="7" creationId="{F36D8880-B179-580E-0319-C4E9487E072A}"/>
          </ac:spMkLst>
        </pc:spChg>
        <pc:spChg chg="mod">
          <ac:chgData name="Benjamín de Jesús Cueva Niño de Guzmán" userId="56da303013910523" providerId="LiveId" clId="{532B7A48-8887-4F62-9537-0BA1FAE83637}" dt="2026-03-02T03:08:45.169" v="72" actId="962"/>
          <ac:spMkLst>
            <pc:docMk/>
            <pc:sldMk cId="2410626708" sldId="277"/>
            <ac:spMk id="19" creationId="{991C4A27-894B-7257-8062-6F839343BAAD}"/>
          </ac:spMkLst>
        </pc:spChg>
        <pc:grpChg chg="add mod">
          <ac:chgData name="Benjamín de Jesús Cueva Niño de Guzmán" userId="56da303013910523" providerId="LiveId" clId="{532B7A48-8887-4F62-9537-0BA1FAE83637}" dt="2026-03-02T03:08:33.761" v="71" actId="164"/>
          <ac:grpSpMkLst>
            <pc:docMk/>
            <pc:sldMk cId="2410626708" sldId="277"/>
            <ac:grpSpMk id="10" creationId="{65B7A2DF-8AD8-88FA-E6B4-4ADAB3D82593}"/>
          </ac:grpSpMkLst>
        </pc:grpChg>
      </pc:sldChg>
      <pc:sldChg chg="modSp mod">
        <pc:chgData name="Benjamín de Jesús Cueva Niño de Guzmán" userId="56da303013910523" providerId="LiveId" clId="{532B7A48-8887-4F62-9537-0BA1FAE83637}" dt="2026-03-02T03:09:18.900" v="91" actId="12788"/>
        <pc:sldMkLst>
          <pc:docMk/>
          <pc:sldMk cId="4084903007" sldId="278"/>
        </pc:sldMkLst>
        <pc:spChg chg="mod">
          <ac:chgData name="Benjamín de Jesús Cueva Niño de Guzmán" userId="56da303013910523" providerId="LiveId" clId="{532B7A48-8887-4F62-9537-0BA1FAE83637}" dt="2026-03-02T03:09:00.477" v="74" actId="962"/>
          <ac:spMkLst>
            <pc:docMk/>
            <pc:sldMk cId="4084903007" sldId="278"/>
            <ac:spMk id="11" creationId="{6A9C3E86-51AE-E415-AE46-871F1395CD67}"/>
          </ac:spMkLst>
        </pc:spChg>
        <pc:graphicFrameChg chg="mod modGraphic">
          <ac:chgData name="Benjamín de Jesús Cueva Niño de Guzmán" userId="56da303013910523" providerId="LiveId" clId="{532B7A48-8887-4F62-9537-0BA1FAE83637}" dt="2026-03-02T03:09:18.900" v="91" actId="12788"/>
          <ac:graphicFrameMkLst>
            <pc:docMk/>
            <pc:sldMk cId="4084903007" sldId="278"/>
            <ac:graphicFrameMk id="27" creationId="{E2902199-03EA-D12C-1A17-39EA239AECB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1/03/2026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341170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06584"/>
            <a:ext cx="55462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0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PE" sz="4000" dirty="0">
                <a:latin typeface="Algerian" panose="04020705040A02060702" pitchFamily="82" charset="0"/>
              </a:rPr>
              <a:t>ESPECIALIZACIÓN</a:t>
            </a:r>
            <a:endParaRPr lang="es-PE" sz="28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3197491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5B7A2DF-8AD8-88FA-E6B4-4ADAB3D82593}"/>
              </a:ext>
            </a:extLst>
          </p:cNvPr>
          <p:cNvGrpSpPr/>
          <p:nvPr/>
        </p:nvGrpSpPr>
        <p:grpSpPr>
          <a:xfrm>
            <a:off x="570664" y="4339532"/>
            <a:ext cx="5863899" cy="3255762"/>
            <a:chOff x="570664" y="4339532"/>
            <a:chExt cx="5863899" cy="3255762"/>
          </a:xfrm>
        </p:grpSpPr>
        <p:sp>
          <p:nvSpPr>
            <p:cNvPr id="19" name="PH_CONTENIDO_PRINCIPAL">
              <a:extLst>
                <a:ext uri="{FF2B5EF4-FFF2-40B4-BE49-F238E27FC236}">
                  <a16:creationId xmlns:a16="http://schemas.microsoft.com/office/drawing/2014/main" id="{991C4A27-894B-7257-8062-6F839343BAAD}"/>
                </a:ext>
              </a:extLst>
            </p:cNvPr>
            <p:cNvSpPr/>
            <p:nvPr/>
          </p:nvSpPr>
          <p:spPr>
            <a:xfrm>
              <a:off x="570664" y="4339532"/>
              <a:ext cx="5716673" cy="296710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 anchor="t" anchorCtr="1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Por haber culminado satisfactoriamente el PROGRAMA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>
                <a:spcBef>
                  <a:spcPts val="600"/>
                </a:spcBef>
              </a:pP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 ESPECIALIZACIÓN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n:</a:t>
              </a:r>
            </a:p>
            <a:p>
              <a:pPr algn="ctr">
                <a:spcBef>
                  <a:spcPts val="600"/>
                </a:spcBef>
              </a:pPr>
              <a:r>
                <a:rPr lang="es-PE" sz="2800" dirty="0">
                  <a:solidFill>
                    <a:schemeClr val="tx2">
                      <a:lumMod val="50000"/>
                    </a:schemeClr>
                  </a:solidFill>
                  <a:latin typeface="Britannic Bold" panose="020B0903060703020204" pitchFamily="34" charset="0"/>
                  <a:ea typeface="Times New Roman" panose="02020603050405020304" pitchFamily="18" charset="0"/>
                  <a:cs typeface="Simplified Arabic" panose="02020603050405020304" pitchFamily="18" charset="-78"/>
                </a:rPr>
                <a:t>“{{TEMA_DIPLOMADO}}</a:t>
              </a:r>
              <a:r>
                <a:rPr lang="es-PE" sz="2800" dirty="0">
                  <a:solidFill>
                    <a:schemeClr val="tx2">
                      <a:lumMod val="50000"/>
                    </a:schemeClr>
                  </a:solidFill>
                  <a:effectLst/>
                  <a:latin typeface="Britannic Bold" panose="020B0903060703020204" pitchFamily="34" charset="0"/>
                  <a:ea typeface="Times New Roman" panose="02020603050405020304" pitchFamily="18" charset="0"/>
                  <a:cs typeface="Simplified Arabic" panose="02020603050405020304" pitchFamily="18" charset="-78"/>
                </a:rPr>
                <a:t>”</a:t>
              </a:r>
            </a:p>
            <a:p>
              <a:pPr algn="ctr">
                <a:spcBef>
                  <a:spcPts val="600"/>
                </a:spcBef>
              </a:pPr>
              <a:r>
                <a:rPr lang="es-PE" sz="14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Realizado por el Instituto Peruano de Diplomados y Especializaciones, que mantuvo participación acad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émica con la Escuela de Posgrado de la Universidad Nacional de Trujillo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, según Resolución 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Directoral 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N° 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2477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-2018-EPG/UNT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 R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ealizado </a:t>
              </a:r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del {{FECHA_INICIO}} al {{FECHA_FIN}}</a:t>
              </a:r>
              <a:r>
                <a:rPr lang="es-PE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, con una duración de {{HORAS_ACADEMICAS}} horas académicas, equivalente a {{CREDITOS_ACADEMICOS}} créditos académicos.</a:t>
              </a:r>
              <a:endParaRPr lang="es-PE" sz="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s-PE" sz="1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Por tanto, se expide el presente {{MODELO_MINUSCULA}} otorgándole los privilegios y consideraciones que le corresponden.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36D8880-B179-580E-0319-C4E9487E072A}"/>
                </a:ext>
              </a:extLst>
            </p:cNvPr>
            <p:cNvSpPr/>
            <p:nvPr/>
          </p:nvSpPr>
          <p:spPr>
            <a:xfrm>
              <a:off x="3075083" y="7275014"/>
              <a:ext cx="3359480" cy="3202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lnSpc>
                  <a:spcPct val="115000"/>
                </a:lnSpc>
                <a:spcBef>
                  <a:spcPts val="59"/>
                </a:spcBef>
              </a:pPr>
              <a:r>
                <a:rPr lang="es-PE" sz="1400" dirty="0">
                  <a:solidFill>
                    <a:prstClr val="black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Trujillo, {{FECHA_EMISION_LARGA}}</a:t>
              </a:r>
              <a:endParaRPr 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F25441A-93BD-74CB-56AE-2B019756F5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120D39B-BBF4-6A1E-0604-2118B7469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190620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dirty="0"/>
                        <a:t>{{FOLIO_NUMERO}}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H_TEMA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PROGRAMA DE ESPECIALIZACIÓN: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D7C6F0-73B6-617B-0B21-594BAED95EBF}"/>
              </a:ext>
            </a:extLst>
          </p:cNvPr>
          <p:cNvSpPr/>
          <p:nvPr/>
        </p:nvSpPr>
        <p:spPr>
          <a:xfrm>
            <a:off x="4541929" y="8673847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PH_TABLA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183"/>
              </p:ext>
            </p:extLst>
          </p:nvPr>
        </p:nvGraphicFramePr>
        <p:xfrm>
          <a:off x="745017" y="2921299"/>
          <a:ext cx="5367967" cy="47100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{{MODULO_4}}</a:t>
                      </a:r>
                      <a:endParaRPr lang="es-ES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78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68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77155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A00ABDB8-C524-6007-A684-013D748CA6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287A8A9-A20E-2BDC-43E7-235D4D493C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D391E27-095D-5DB2-7A0B-3AF86A407618}"/>
              </a:ext>
            </a:extLst>
          </p:cNvPr>
          <p:cNvSpPr txBox="1"/>
          <p:nvPr/>
        </p:nvSpPr>
        <p:spPr>
          <a:xfrm>
            <a:off x="3148307" y="820552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64165</TotalTime>
  <Words>357</Words>
  <Application>Microsoft Office PowerPoint</Application>
  <PresentationFormat>A4 (210 x 297 mm)</PresentationFormat>
  <Paragraphs>67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1146</cp:revision>
  <cp:lastPrinted>2026-01-13T23:09:00Z</cp:lastPrinted>
  <dcterms:created xsi:type="dcterms:W3CDTF">2018-11-06T14:43:46Z</dcterms:created>
  <dcterms:modified xsi:type="dcterms:W3CDTF">2026-03-02T03:09:22Z</dcterms:modified>
</cp:coreProperties>
</file>