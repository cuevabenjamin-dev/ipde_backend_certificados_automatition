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3E3ECE-2174-407D-B644-D0DBC5905E7E}" v="9" dt="2026-03-05T19:00:39.8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42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5T19:00:39.869" v="115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7:55.616" v="111" actId="1035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3T01:55:37.942" v="105" actId="1035"/>
          <ac:spMkLst>
            <pc:docMk/>
            <pc:sldMk cId="2410626708" sldId="277"/>
            <ac:spMk id="2" creationId="{6718E74D-9F2C-B892-E699-1EC198F4A308}"/>
          </ac:spMkLst>
        </pc:spChg>
        <pc:spChg chg="mod ord topLvl">
          <ac:chgData name="Benjamín de Jesús Cueva Niño de Guzmán" userId="56da303013910523" providerId="LiveId" clId="{532B7A48-8887-4F62-9537-0BA1FAE83637}" dt="2026-03-05T18:27:55.616" v="111" actId="1035"/>
          <ac:spMkLst>
            <pc:docMk/>
            <pc:sldMk cId="2410626708" sldId="277"/>
            <ac:spMk id="19" creationId="{991C4A27-894B-7257-8062-6F839343BAAD}"/>
          </ac:spMkLst>
        </pc:spChg>
        <pc:spChg chg="ord">
          <ac:chgData name="Benjamín de Jesús Cueva Niño de Guzmán" userId="56da303013910523" providerId="LiveId" clId="{532B7A48-8887-4F62-9537-0BA1FAE83637}" dt="2026-03-03T01:54:43.916" v="100" actId="167"/>
          <ac:spMkLst>
            <pc:docMk/>
            <pc:sldMk cId="2410626708" sldId="277"/>
            <ac:spMk id="22" creationId="{D6CB106F-7EC0-002A-CEBE-0064B169D038}"/>
          </ac:spMkLst>
        </pc:spChg>
        <pc:spChg chg="ord">
          <ac:chgData name="Benjamín de Jesús Cueva Niño de Guzmán" userId="56da303013910523" providerId="LiveId" clId="{532B7A48-8887-4F62-9537-0BA1FAE83637}" dt="2026-03-03T01:54:43.916" v="100" actId="167"/>
          <ac:spMkLst>
            <pc:docMk/>
            <pc:sldMk cId="2410626708" sldId="277"/>
            <ac:spMk id="23" creationId="{D962536F-CB9F-1938-8F28-5D8C8FE943C7}"/>
          </ac:spMkLst>
        </pc:spChg>
        <pc:picChg chg="ord">
          <ac:chgData name="Benjamín de Jesús Cueva Niño de Guzmán" userId="56da303013910523" providerId="LiveId" clId="{532B7A48-8887-4F62-9537-0BA1FAE83637}" dt="2026-03-03T01:54:31.910" v="99" actId="167"/>
          <ac:picMkLst>
            <pc:docMk/>
            <pc:sldMk cId="2410626708" sldId="277"/>
            <ac:picMk id="8" creationId="{9F25441A-93BD-74CB-56AE-2B019756F5A7}"/>
          </ac:picMkLst>
        </pc:picChg>
      </pc:sldChg>
      <pc:sldChg chg="addSp delSp modSp mod">
        <pc:chgData name="Benjamín de Jesús Cueva Niño de Guzmán" userId="56da303013910523" providerId="LiveId" clId="{532B7A48-8887-4F62-9537-0BA1FAE83637}" dt="2026-03-05T19:00:39.869" v="115"/>
        <pc:sldMkLst>
          <pc:docMk/>
          <pc:sldMk cId="4084903007" sldId="278"/>
        </pc:sldMkLst>
        <pc:spChg chg="add mod">
          <ac:chgData name="Benjamín de Jesús Cueva Niño de Guzmán" userId="56da303013910523" providerId="LiveId" clId="{532B7A48-8887-4F62-9537-0BA1FAE83637}" dt="2026-03-05T19:00:33.388" v="114"/>
          <ac:spMkLst>
            <pc:docMk/>
            <pc:sldMk cId="4084903007" sldId="278"/>
            <ac:spMk id="8" creationId="{1BD7C6F0-73B6-617B-0B21-594BAED95EBF}"/>
          </ac:spMkLst>
        </pc:spChg>
        <pc:spChg chg="add mod">
          <ac:chgData name="Benjamín de Jesús Cueva Niño de Guzmán" userId="56da303013910523" providerId="LiveId" clId="{532B7A48-8887-4F62-9537-0BA1FAE83637}" dt="2026-03-05T19:00:39.869" v="115"/>
          <ac:spMkLst>
            <pc:docMk/>
            <pc:sldMk cId="4084903007" sldId="278"/>
            <ac:spMk id="9" creationId="{C20AC980-C716-2F9A-06C1-9B86085426E8}"/>
          </ac:spMkLst>
        </pc:spChg>
        <pc:spChg chg="mod">
          <ac:chgData name="Benjamín de Jesús Cueva Niño de Guzmán" userId="56da303013910523" providerId="LiveId" clId="{532B7A48-8887-4F62-9537-0BA1FAE83637}" dt="2026-03-02T03:09:00.477" v="74" actId="962"/>
          <ac:spMkLst>
            <pc:docMk/>
            <pc:sldMk cId="4084903007" sldId="278"/>
            <ac:spMk id="11" creationId="{6A9C3E86-51AE-E415-AE46-871F1395CD67}"/>
          </ac:spMkLst>
        </pc:spChg>
        <pc:spChg chg="del">
          <ac:chgData name="Benjamín de Jesús Cueva Niño de Guzmán" userId="56da303013910523" providerId="LiveId" clId="{532B7A48-8887-4F62-9537-0BA1FAE83637}" dt="2026-03-05T19:00:32.292" v="112" actId="478"/>
          <ac:spMkLst>
            <pc:docMk/>
            <pc:sldMk cId="4084903007" sldId="278"/>
            <ac:spMk id="25" creationId="{1BD7C6F0-73B6-617B-0B21-594BAED95EBF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09:18.900" v="91" actId="12788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F25441A-93BD-74CB-56AE-2B019756F5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3396460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5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06584"/>
            <a:ext cx="554622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000" dirty="0">
                <a:latin typeface="Algerian" panose="04020705040A02060702" pitchFamily="82" charset="0"/>
              </a:rPr>
              <a:t>PROGRAMA DE</a:t>
            </a:r>
          </a:p>
          <a:p>
            <a:pPr algn="ctr"/>
            <a:r>
              <a:rPr lang="es-PE" sz="4000" dirty="0">
                <a:latin typeface="Algerian" panose="04020705040A02060702" pitchFamily="82" charset="0"/>
              </a:rPr>
              <a:t>ESPECIALIZACIÓN</a:t>
            </a:r>
            <a:endParaRPr lang="es-PE" sz="28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3197491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419400" y="4285823"/>
            <a:ext cx="6019200" cy="318548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PROGRAMA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ESPECIALIZACIÓN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{{MODELO_MINUSCULA}} otorgándole los privilegios y consideraciones que le corresponden.</a:t>
            </a:r>
          </a:p>
          <a:p>
            <a:pPr algn="r">
              <a:spcBef>
                <a:spcPts val="600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1120D39B-BBF4-6A1E-0604-2118B74697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190620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PROGRAMA DE ESPECIALIZACIÓN: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183"/>
              </p:ext>
            </p:extLst>
          </p:nvPr>
        </p:nvGraphicFramePr>
        <p:xfrm>
          <a:off x="745017" y="2921299"/>
          <a:ext cx="5367967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{{MODULO_4}}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A00ABDB8-C524-6007-A684-013D748CA6D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2287A8A9-A20E-2BDC-43E7-235D4D493C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D391E27-095D-5DB2-7A0B-3AF86A407618}"/>
              </a:ext>
            </a:extLst>
          </p:cNvPr>
          <p:cNvSpPr txBox="1"/>
          <p:nvPr/>
        </p:nvSpPr>
        <p:spPr>
          <a:xfrm>
            <a:off x="3148307" y="8205520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20AC980-C716-2F9A-06C1-9B86085426E8}"/>
              </a:ext>
            </a:extLst>
          </p:cNvPr>
          <p:cNvSpPr/>
          <p:nvPr/>
        </p:nvSpPr>
        <p:spPr>
          <a:xfrm>
            <a:off x="4541929" y="8673847"/>
            <a:ext cx="2130198" cy="382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r>
              <a:rPr lang="es-PE" sz="9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s-PE" sz="9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64165</TotalTime>
  <Words>362</Words>
  <Application>Microsoft Office PowerPoint</Application>
  <PresentationFormat>A4 (210 x 297 mm)</PresentationFormat>
  <Paragraphs>68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1146</cp:revision>
  <cp:lastPrinted>2026-01-13T23:09:00Z</cp:lastPrinted>
  <dcterms:created xsi:type="dcterms:W3CDTF">2018-11-06T14:43:46Z</dcterms:created>
  <dcterms:modified xsi:type="dcterms:W3CDTF">2026-03-05T19:00:41Z</dcterms:modified>
</cp:coreProperties>
</file>