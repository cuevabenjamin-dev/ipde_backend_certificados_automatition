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6" autoAdjust="0"/>
    <p:restoredTop sz="94364" autoAdjust="0"/>
  </p:normalViewPr>
  <p:slideViewPr>
    <p:cSldViewPr snapToGrid="0">
      <p:cViewPr>
        <p:scale>
          <a:sx n="125" d="100"/>
          <a:sy n="125" d="100"/>
        </p:scale>
        <p:origin x="950" y="-40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custSel delSld modSld">
      <pc:chgData name="Benjamín de Jesús Cueva Niño de Guzmán" userId="56da303013910523" providerId="LiveId" clId="{532B7A48-8887-4F62-9537-0BA1FAE83637}" dt="2026-01-14T23:39:32.441" v="15" actId="6549"/>
      <pc:docMkLst>
        <pc:docMk/>
      </pc:docMkLst>
      <pc:sldChg chg="delSp modSp mod">
        <pc:chgData name="Benjamín de Jesús Cueva Niño de Guzmán" userId="56da303013910523" providerId="LiveId" clId="{532B7A48-8887-4F62-9537-0BA1FAE83637}" dt="2026-01-14T23:39:12.411" v="12" actId="1036"/>
        <pc:sldMkLst>
          <pc:docMk/>
          <pc:sldMk cId="2410626708" sldId="277"/>
        </pc:sldMkLst>
        <pc:spChg chg="mod">
          <ac:chgData name="Benjamín de Jesús Cueva Niño de Guzmán" userId="56da303013910523" providerId="LiveId" clId="{532B7A48-8887-4F62-9537-0BA1FAE83637}" dt="2026-01-14T23:39:12.411" v="12" actId="1036"/>
          <ac:spMkLst>
            <pc:docMk/>
            <pc:sldMk cId="2410626708" sldId="277"/>
            <ac:spMk id="22" creationId="{D6CB106F-7EC0-002A-CEBE-0064B169D038}"/>
          </ac:spMkLst>
        </pc:spChg>
        <pc:spChg chg="mod">
          <ac:chgData name="Benjamín de Jesús Cueva Niño de Guzmán" userId="56da303013910523" providerId="LiveId" clId="{532B7A48-8887-4F62-9537-0BA1FAE83637}" dt="2026-01-14T23:39:12.411" v="12" actId="1036"/>
          <ac:spMkLst>
            <pc:docMk/>
            <pc:sldMk cId="2410626708" sldId="277"/>
            <ac:spMk id="23" creationId="{D962536F-CB9F-1938-8F28-5D8C8FE943C7}"/>
          </ac:spMkLst>
        </pc:spChg>
        <pc:picChg chg="del">
          <ac:chgData name="Benjamín de Jesús Cueva Niño de Guzmán" userId="56da303013910523" providerId="LiveId" clId="{532B7A48-8887-4F62-9537-0BA1FAE83637}" dt="2026-01-14T23:39:07" v="4" actId="478"/>
          <ac:picMkLst>
            <pc:docMk/>
            <pc:sldMk cId="2410626708" sldId="277"/>
            <ac:picMk id="18" creationId="{65D7DBE5-F3CD-0E62-8756-B223F377361E}"/>
          </ac:picMkLst>
        </pc:picChg>
      </pc:sldChg>
      <pc:sldChg chg="delSp modSp mod">
        <pc:chgData name="Benjamín de Jesús Cueva Niño de Guzmán" userId="56da303013910523" providerId="LiveId" clId="{532B7A48-8887-4F62-9537-0BA1FAE83637}" dt="2026-01-14T23:39:32.441" v="15" actId="6549"/>
        <pc:sldMkLst>
          <pc:docMk/>
          <pc:sldMk cId="4084903007" sldId="278"/>
        </pc:sldMkLst>
        <pc:spChg chg="mod">
          <ac:chgData name="Benjamín de Jesús Cueva Niño de Guzmán" userId="56da303013910523" providerId="LiveId" clId="{532B7A48-8887-4F62-9537-0BA1FAE83637}" dt="2026-01-14T23:39:32.441" v="15" actId="6549"/>
          <ac:spMkLst>
            <pc:docMk/>
            <pc:sldMk cId="4084903007" sldId="278"/>
            <ac:spMk id="25" creationId="{1BD7C6F0-73B6-617B-0B21-594BAED95EBF}"/>
          </ac:spMkLst>
        </pc:spChg>
        <pc:picChg chg="del">
          <ac:chgData name="Benjamín de Jesús Cueva Niño de Guzmán" userId="56da303013910523" providerId="LiveId" clId="{532B7A48-8887-4F62-9537-0BA1FAE83637}" dt="2026-01-14T23:39:27.620" v="13" actId="478"/>
          <ac:picMkLst>
            <pc:docMk/>
            <pc:sldMk cId="4084903007" sldId="278"/>
            <ac:picMk id="7" creationId="{1A5F3F7F-F6EA-295F-A298-EE7118A8FF90}"/>
          </ac:picMkLst>
        </pc:picChg>
        <pc:picChg chg="del">
          <ac:chgData name="Benjamín de Jesús Cueva Niño de Guzmán" userId="56da303013910523" providerId="LiveId" clId="{532B7A48-8887-4F62-9537-0BA1FAE83637}" dt="2026-01-14T23:39:29.163" v="14" actId="478"/>
          <ac:picMkLst>
            <pc:docMk/>
            <pc:sldMk cId="4084903007" sldId="278"/>
            <ac:picMk id="17" creationId="{E2F7B553-0DD8-3254-E8A5-8AFCBCCE12B1}"/>
          </ac:picMkLst>
        </pc:picChg>
        <pc:picChg chg="del">
          <ac:chgData name="Benjamín de Jesús Cueva Niño de Guzmán" userId="56da303013910523" providerId="LiveId" clId="{532B7A48-8887-4F62-9537-0BA1FAE83637}" dt="2026-01-14T23:39:08.807" v="5" actId="478"/>
          <ac:picMkLst>
            <pc:docMk/>
            <pc:sldMk cId="4084903007" sldId="278"/>
            <ac:picMk id="26" creationId="{39C9745C-4A41-3AC5-CAAD-095724A20EBB}"/>
          </ac:picMkLst>
        </pc:picChg>
      </pc:sldChg>
      <pc:sldChg chg="del">
        <pc:chgData name="Benjamín de Jesús Cueva Niño de Guzmán" userId="56da303013910523" providerId="LiveId" clId="{532B7A48-8887-4F62-9537-0BA1FAE83637}" dt="2026-01-14T23:38:56.402" v="2" actId="47"/>
        <pc:sldMkLst>
          <pc:docMk/>
          <pc:sldMk cId="1379650257" sldId="279"/>
        </pc:sldMkLst>
      </pc:sldChg>
      <pc:sldChg chg="del">
        <pc:chgData name="Benjamín de Jesús Cueva Niño de Guzmán" userId="56da303013910523" providerId="LiveId" clId="{532B7A48-8887-4F62-9537-0BA1FAE83637}" dt="2026-01-14T23:38:56.766" v="3" actId="47"/>
        <pc:sldMkLst>
          <pc:docMk/>
          <pc:sldMk cId="2353653050" sldId="280"/>
        </pc:sldMkLst>
      </pc:sldChg>
      <pc:sldChg chg="del">
        <pc:chgData name="Benjamín de Jesús Cueva Niño de Guzmán" userId="56da303013910523" providerId="LiveId" clId="{532B7A48-8887-4F62-9537-0BA1FAE83637}" dt="2026-01-14T23:38:55.858" v="0" actId="47"/>
        <pc:sldMkLst>
          <pc:docMk/>
          <pc:sldMk cId="4178494260" sldId="281"/>
        </pc:sldMkLst>
      </pc:sldChg>
      <pc:sldChg chg="del">
        <pc:chgData name="Benjamín de Jesús Cueva Niño de Guzmán" userId="56da303013910523" providerId="LiveId" clId="{532B7A48-8887-4F62-9537-0BA1FAE83637}" dt="2026-01-14T23:38:56.003" v="1" actId="47"/>
        <pc:sldMkLst>
          <pc:docMk/>
          <pc:sldMk cId="1741124028" sldId="28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2/2/2026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3452041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/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06584"/>
            <a:ext cx="554622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000" dirty="0">
                <a:latin typeface="Algerian" panose="04020705040A02060702" pitchFamily="82" charset="0"/>
              </a:rPr>
              <a:t>PROGRAMA DE</a:t>
            </a:r>
          </a:p>
          <a:p>
            <a:pPr algn="ctr"/>
            <a:r>
              <a:rPr lang="es-PE" sz="4000" dirty="0">
                <a:latin typeface="Algerian" panose="04020705040A02060702" pitchFamily="82" charset="0"/>
              </a:rPr>
              <a:t>ESPECIALIZACIÓN</a:t>
            </a:r>
            <a:endParaRPr lang="es-PE" sz="2800" dirty="0">
              <a:latin typeface="Algerian" panose="04020705040A02060702" pitchFamily="82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3197491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60">
            <a:extLst>
              <a:ext uri="{FF2B5EF4-FFF2-40B4-BE49-F238E27FC236}">
                <a16:creationId xmlns:a16="http://schemas.microsoft.com/office/drawing/2014/main" id="{991C4A27-894B-7257-8062-6F839343BAAD}"/>
              </a:ext>
            </a:extLst>
          </p:cNvPr>
          <p:cNvSpPr/>
          <p:nvPr/>
        </p:nvSpPr>
        <p:spPr>
          <a:xfrm>
            <a:off x="570664" y="4554684"/>
            <a:ext cx="5716673" cy="2967105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el PROGRAMA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 ESPECIALIZACIÓN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n:</a:t>
            </a:r>
          </a:p>
          <a:p>
            <a:pPr algn="ctr">
              <a:spcBef>
                <a:spcPts val="600"/>
              </a:spcBef>
            </a:pP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“{{TEMA_DIPLOMADO}}</a:t>
            </a:r>
            <a:r>
              <a:rPr lang="es-PE" sz="28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por el Instituto Peruano de Diplomados y Especializaciones, que mantuvo participación acad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émica con la Escuela de Posgrado de la Universidad Nacional de Trujillo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según Resolución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Directoral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2477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-2018-EPG/UNT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R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ealizado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 {{FECHA_INICIO}} al {{FECHA_FIN}}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una duración de {{HORAS_ACADEMICAS}} horas académicas, equivalente a {{CREDITOS_ACADEMICOS}} créditos académicos.</a:t>
            </a:r>
            <a:endParaRPr lang="es-PE" sz="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{{MODELO_MINUSCULA}} otorgándole los privilegios y consideraciones que le corresponden.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36D8880-B179-580E-0319-C4E9487E072A}"/>
              </a:ext>
            </a:extLst>
          </p:cNvPr>
          <p:cNvSpPr/>
          <p:nvPr/>
        </p:nvSpPr>
        <p:spPr>
          <a:xfrm>
            <a:off x="3075083" y="7543954"/>
            <a:ext cx="3359480" cy="320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  <a:endParaRPr lang="en-US" sz="14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4DA88D6-6D58-D67D-9408-1B4832F17825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/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/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sp>
        <p:nvSpPr>
          <p:cNvPr id="9" name="AutoShape 4" descr="blob:https://web.whatsapp.com/34fb4399-25ce-4206-a049-279514aee91f">
            <a:extLst>
              <a:ext uri="{FF2B5EF4-FFF2-40B4-BE49-F238E27FC236}">
                <a16:creationId xmlns:a16="http://schemas.microsoft.com/office/drawing/2014/main" id="{86ED2EAC-2620-F68F-6D60-F89352D5B6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893235" y="1427740"/>
            <a:ext cx="4278942" cy="4278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F25441A-93BD-74CB-56AE-2B019756F5A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1120D39B-BBF4-6A1E-0604-2118B74697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190620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dirty="0"/>
                        <a:t>{{FOLIO_NUMERO}}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PROGRAMA </a:t>
            </a:r>
            <a:r>
              <a:rPr lang="es-ES" sz="1400" b="1">
                <a:latin typeface="Arial" pitchFamily="34" charset="0"/>
                <a:cs typeface="Arial" pitchFamily="34" charset="0"/>
              </a:rPr>
              <a:t>DE ESPECIALIZACIÓN: </a:t>
            </a:r>
            <a:r>
              <a:rPr lang="es-ES" sz="1400">
                <a:latin typeface="Arial" pitchFamily="34" charset="0"/>
                <a:cs typeface="Arial" pitchFamily="34" charset="0"/>
              </a:rPr>
              <a:t>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sp>
        <p:nvSpPr>
          <p:cNvPr id="25" name="Rectángulo 24">
            <a:extLst>
              <a:ext uri="{FF2B5EF4-FFF2-40B4-BE49-F238E27FC236}">
                <a16:creationId xmlns:a16="http://schemas.microsoft.com/office/drawing/2014/main" id="{1BD7C6F0-73B6-617B-0B21-594BAED95EBF}"/>
              </a:ext>
            </a:extLst>
          </p:cNvPr>
          <p:cNvSpPr/>
          <p:nvPr/>
        </p:nvSpPr>
        <p:spPr>
          <a:xfrm>
            <a:off x="4541929" y="8673847"/>
            <a:ext cx="2130198" cy="366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endParaRPr lang="en-US" sz="8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7" name="Tabla 26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4904196"/>
              </p:ext>
            </p:extLst>
          </p:nvPr>
        </p:nvGraphicFramePr>
        <p:xfrm>
          <a:off x="745017" y="3109557"/>
          <a:ext cx="5367967" cy="471000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{{MODULO_4}}</a:t>
                      </a:r>
                      <a:endParaRPr lang="es-ES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{{MODULO_6}}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87874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{{MODULO_7}}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0688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{{MODULO_8}}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5077155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A00ABDB8-C524-6007-A684-013D748CA6D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2287A8A9-A20E-2BDC-43E7-235D4D493CF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2184" y="9088243"/>
            <a:ext cx="368250" cy="202914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D391E27-095D-5DB2-7A0B-3AF86A407618}"/>
              </a:ext>
            </a:extLst>
          </p:cNvPr>
          <p:cNvSpPr txBox="1"/>
          <p:nvPr/>
        </p:nvSpPr>
        <p:spPr>
          <a:xfrm>
            <a:off x="3148307" y="8205520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64164</TotalTime>
  <Words>357</Words>
  <Application>Microsoft Office PowerPoint</Application>
  <PresentationFormat>A4 (210 x 297 mm)</PresentationFormat>
  <Paragraphs>67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Cambria Math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1146</cp:revision>
  <cp:lastPrinted>2026-01-13T23:09:00Z</cp:lastPrinted>
  <dcterms:created xsi:type="dcterms:W3CDTF">2018-11-06T14:43:46Z</dcterms:created>
  <dcterms:modified xsi:type="dcterms:W3CDTF">2026-02-02T06:39:02Z</dcterms:modified>
</cp:coreProperties>
</file>