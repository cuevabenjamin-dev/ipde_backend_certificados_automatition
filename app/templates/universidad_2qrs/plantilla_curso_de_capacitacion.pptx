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CBAD0C-0B93-4B81-9C3D-10BB7B21BA11}" v="7" dt="2026-03-05T19:02:18.5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42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2:18.573" v="92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8:22.486" v="90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17:01.319" v="33" actId="1036"/>
          <ac:spMkLst>
            <pc:docMk/>
            <pc:sldMk cId="2410626708" sldId="277"/>
            <ac:spMk id="2" creationId="{6718E74D-9F2C-B892-E699-1EC198F4A308}"/>
          </ac:spMkLst>
        </pc:spChg>
        <pc:spChg chg="del mod topLvl">
          <ac:chgData name="Benjamín de Jesús Cueva Niño de Guzmán" userId="56da303013910523" providerId="LiveId" clId="{532B7A48-8887-4F62-9537-0BA1FAE83637}" dt="2026-03-04T21:32:20.747" v="79" actId="478"/>
          <ac:spMkLst>
            <pc:docMk/>
            <pc:sldMk cId="2410626708" sldId="277"/>
            <ac:spMk id="7" creationId="{F36D8880-B179-580E-0319-C4E9487E072A}"/>
          </ac:spMkLst>
        </pc:spChg>
        <pc:spChg chg="mod topLvl">
          <ac:chgData name="Benjamín de Jesús Cueva Niño de Guzmán" userId="56da303013910523" providerId="LiveId" clId="{532B7A48-8887-4F62-9537-0BA1FAE83637}" dt="2026-03-05T18:28:22.486" v="90" actId="1035"/>
          <ac:spMkLst>
            <pc:docMk/>
            <pc:sldMk cId="2410626708" sldId="277"/>
            <ac:spMk id="19" creationId="{991C4A27-894B-7257-8062-6F839343BAAD}"/>
          </ac:spMkLst>
        </pc:spChg>
        <pc:grpChg chg="add del mod">
          <ac:chgData name="Benjamín de Jesús Cueva Niño de Guzmán" userId="56da303013910523" providerId="LiveId" clId="{532B7A48-8887-4F62-9537-0BA1FAE83637}" dt="2026-03-04T21:32:17.794" v="78" actId="165"/>
          <ac:grpSpMkLst>
            <pc:docMk/>
            <pc:sldMk cId="2410626708" sldId="277"/>
            <ac:grpSpMk id="10" creationId="{C08ECC3A-B14D-13F6-A0BE-89729DDD9AAB}"/>
          </ac:grpSpMkLst>
        </pc:grpChg>
      </pc:sldChg>
      <pc:sldChg chg="addSp delSp modSp mod">
        <pc:chgData name="Benjamín de Jesús Cueva Niño de Guzmán" userId="56da303013910523" providerId="LiveId" clId="{532B7A48-8887-4F62-9537-0BA1FAE83637}" dt="2026-03-05T19:02:18.573" v="92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2:18.573" v="92"/>
          <ac:spMkLst>
            <pc:docMk/>
            <pc:sldMk cId="4084903007" sldId="278"/>
            <ac:spMk id="8" creationId="{19B66768-E366-208E-559F-880F2CD3F485}"/>
          </ac:spMkLst>
        </pc:spChg>
        <pc:spChg chg="mod">
          <ac:chgData name="Benjamín de Jesús Cueva Niño de Guzmán" userId="56da303013910523" providerId="LiveId" clId="{532B7A48-8887-4F62-9537-0BA1FAE83637}" dt="2026-03-02T03:17:48.988" v="61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2:18" v="91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7:59.356" v="77" actId="255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3318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725602"/>
            <a:ext cx="6019200" cy="31854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CAPACITACIÓN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otorgándole los privilegios y consideraciones que le corresponden.</a:t>
            </a:r>
          </a:p>
          <a:p>
            <a:pPr algn="r">
              <a:spcBef>
                <a:spcPts val="600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 DE CAPACITACIÓN: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1901392"/>
              </p:ext>
            </p:extLst>
          </p:nvPr>
        </p:nvGraphicFramePr>
        <p:xfrm>
          <a:off x="745017" y="2905312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4239" y="7918734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9B66768-E366-208E-559F-880F2CD3F485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64175</TotalTime>
  <Words>320</Words>
  <Application>Microsoft Office PowerPoint</Application>
  <PresentationFormat>A4 (210 x 297 mm)</PresentationFormat>
  <Paragraphs>58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1151</cp:revision>
  <cp:lastPrinted>2026-01-13T23:09:00Z</cp:lastPrinted>
  <dcterms:created xsi:type="dcterms:W3CDTF">2018-11-06T14:43:46Z</dcterms:created>
  <dcterms:modified xsi:type="dcterms:W3CDTF">2026-03-05T19:02:20Z</dcterms:modified>
</cp:coreProperties>
</file>