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DB807E-DD06-483B-B80B-6C511E3BD997}" v="4" dt="2026-03-02T03:10:34.8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172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3-02T03:10:34.838" v="58" actId="962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2T03:10:34.838" v="58" actId="962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3-02T03:09:45.056" v="28" actId="1035"/>
          <ac:spMkLst>
            <pc:docMk/>
            <pc:sldMk cId="2410626708" sldId="277"/>
            <ac:spMk id="2" creationId="{6718E74D-9F2C-B892-E699-1EC198F4A308}"/>
          </ac:spMkLst>
        </pc:spChg>
        <pc:spChg chg="mod">
          <ac:chgData name="Benjamín de Jesús Cueva Niño de Guzmán" userId="56da303013910523" providerId="LiveId" clId="{532B7A48-8887-4F62-9537-0BA1FAE83637}" dt="2026-03-02T03:10:01.503" v="51" actId="164"/>
          <ac:spMkLst>
            <pc:docMk/>
            <pc:sldMk cId="2410626708" sldId="277"/>
            <ac:spMk id="7" creationId="{F36D8880-B179-580E-0319-C4E9487E072A}"/>
          </ac:spMkLst>
        </pc:spChg>
        <pc:spChg chg="mod">
          <ac:chgData name="Benjamín de Jesús Cueva Niño de Guzmán" userId="56da303013910523" providerId="LiveId" clId="{532B7A48-8887-4F62-9537-0BA1FAE83637}" dt="2026-03-02T03:10:34.838" v="58" actId="962"/>
          <ac:spMkLst>
            <pc:docMk/>
            <pc:sldMk cId="2410626708" sldId="277"/>
            <ac:spMk id="19" creationId="{991C4A27-894B-7257-8062-6F839343BAAD}"/>
          </ac:spMkLst>
        </pc:spChg>
        <pc:grpChg chg="add mod">
          <ac:chgData name="Benjamín de Jesús Cueva Niño de Guzmán" userId="56da303013910523" providerId="LiveId" clId="{532B7A48-8887-4F62-9537-0BA1FAE83637}" dt="2026-03-02T03:10:01.503" v="51" actId="164"/>
          <ac:grpSpMkLst>
            <pc:docMk/>
            <pc:sldMk cId="2410626708" sldId="277"/>
            <ac:grpSpMk id="10" creationId="{4ED8877D-BD75-82CF-C5B8-EF26E5F3D309}"/>
          </ac:grpSpMkLst>
        </pc:grpChg>
      </pc:sldChg>
      <pc:sldChg chg="modSp mod">
        <pc:chgData name="Benjamín de Jesús Cueva Niño de Guzmán" userId="56da303013910523" providerId="LiveId" clId="{532B7A48-8887-4F62-9537-0BA1FAE83637}" dt="2026-03-02T03:10:28.186" v="57" actId="962"/>
        <pc:sldMkLst>
          <pc:docMk/>
          <pc:sldMk cId="4084903007" sldId="278"/>
        </pc:sldMkLst>
        <pc:spChg chg="mod">
          <ac:chgData name="Benjamín de Jesús Cueva Niño de Guzmán" userId="56da303013910523" providerId="LiveId" clId="{532B7A48-8887-4F62-9537-0BA1FAE83637}" dt="2026-03-02T03:10:28.186" v="57" actId="962"/>
          <ac:spMkLst>
            <pc:docMk/>
            <pc:sldMk cId="4084903007" sldId="278"/>
            <ac:spMk id="11" creationId="{6A9C3E86-51AE-E415-AE46-871F1395CD67}"/>
          </ac:spMkLst>
        </pc:spChg>
        <pc:graphicFrameChg chg="mod modGraphic">
          <ac:chgData name="Benjamín de Jesús Cueva Niño de Guzmán" userId="56da303013910523" providerId="LiveId" clId="{532B7A48-8887-4F62-9537-0BA1FAE83637}" dt="2026-03-02T03:10:22.602" v="56" actId="962"/>
          <ac:graphicFrameMkLst>
            <pc:docMk/>
            <pc:sldMk cId="4084903007" sldId="278"/>
            <ac:graphicFrameMk id="27" creationId="{E2902199-03EA-D12C-1A17-39EA239AECB5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33479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20031"/>
            <a:ext cx="55462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  <a:endParaRPr lang="es-PE" sz="32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19270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4ED8877D-BD75-82CF-C5B8-EF26E5F3D309}"/>
              </a:ext>
            </a:extLst>
          </p:cNvPr>
          <p:cNvGrpSpPr/>
          <p:nvPr/>
        </p:nvGrpSpPr>
        <p:grpSpPr>
          <a:xfrm>
            <a:off x="570664" y="3761311"/>
            <a:ext cx="5863899" cy="2973375"/>
            <a:chOff x="570664" y="3761311"/>
            <a:chExt cx="5863899" cy="2973375"/>
          </a:xfrm>
        </p:grpSpPr>
        <p:sp>
          <p:nvSpPr>
            <p:cNvPr id="19" name="PH_CONTENIDO_PRINCIPAL">
              <a:extLst>
                <a:ext uri="{FF2B5EF4-FFF2-40B4-BE49-F238E27FC236}">
                  <a16:creationId xmlns:a16="http://schemas.microsoft.com/office/drawing/2014/main" id="{991C4A27-894B-7257-8062-6F839343BAAD}"/>
                </a:ext>
              </a:extLst>
            </p:cNvPr>
            <p:cNvSpPr/>
            <p:nvPr/>
          </p:nvSpPr>
          <p:spPr>
            <a:xfrm>
              <a:off x="570664" y="3761311"/>
              <a:ext cx="5716673" cy="2600712"/>
            </a:xfrm>
            <a:prstGeom prst="rect">
              <a:avLst/>
            </a:prstGeom>
            <a:ln>
              <a:noFill/>
            </a:ln>
          </p:spPr>
          <p:txBody>
            <a:bodyPr vert="horz" lIns="0" tIns="0" rIns="0" bIns="0" rtlCol="0" anchor="t" anchorCtr="1">
              <a:spAutoFit/>
            </a:bodyPr>
            <a:lstStyle/>
            <a:p>
              <a:pPr algn="ctr">
                <a:spcBef>
                  <a:spcPts val="600"/>
                </a:spcBef>
              </a:pP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Por haber culminado satisfactoriamente el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CURSO 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en:</a:t>
              </a:r>
            </a:p>
            <a:p>
              <a:pPr algn="ctr">
                <a:spcBef>
                  <a:spcPts val="600"/>
                </a:spcBef>
              </a:pPr>
              <a:r>
                <a:rPr lang="es-PE" sz="2800" dirty="0">
                  <a:solidFill>
                    <a:schemeClr val="tx2">
                      <a:lumMod val="50000"/>
                    </a:schemeClr>
                  </a:solidFill>
                  <a:latin typeface="Britannic Bold" panose="020B0903060703020204" pitchFamily="34" charset="0"/>
                  <a:ea typeface="Times New Roman" panose="02020603050405020304" pitchFamily="18" charset="0"/>
                  <a:cs typeface="Simplified Arabic" panose="02020603050405020304" pitchFamily="18" charset="-78"/>
                </a:rPr>
                <a:t>“{{TEMA_DIPLOMADO}}</a:t>
              </a:r>
              <a:r>
                <a:rPr lang="es-PE" sz="2800" dirty="0">
                  <a:solidFill>
                    <a:schemeClr val="tx2">
                      <a:lumMod val="50000"/>
                    </a:schemeClr>
                  </a:solidFill>
                  <a:effectLst/>
                  <a:latin typeface="Britannic Bold" panose="020B0903060703020204" pitchFamily="34" charset="0"/>
                  <a:ea typeface="Times New Roman" panose="02020603050405020304" pitchFamily="18" charset="0"/>
                  <a:cs typeface="Simplified Arabic" panose="02020603050405020304" pitchFamily="18" charset="-78"/>
                </a:rPr>
                <a:t>”</a:t>
              </a:r>
            </a:p>
            <a:p>
              <a:pPr algn="ctr">
                <a:spcBef>
                  <a:spcPts val="600"/>
                </a:spcBef>
              </a:pPr>
              <a:r>
                <a:rPr lang="es-PE" sz="1400" dirty="0">
                  <a:solidFill>
                    <a:srgbClr val="000000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Realizado por el Instituto Peruano de Diplomados y Especializaciones, que mantuvo participación acad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émica con la Escuela de Posgrado de la Universidad Nacional de Trujillo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, según Resolución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Directoral 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N°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2477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-2018-EPG/UNT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. R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ealizado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del {{FECHA_INICIO}} al {{FECHA_FIN}}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, con una duración de {{HORAS_ACADEMICAS}} horas académicas, equivalente a {{CREDITOS_ACADEMICOS}} créditos académicos.</a:t>
              </a:r>
              <a:endParaRPr lang="es-PE" sz="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spcBef>
                  <a:spcPts val="600"/>
                </a:spcBef>
              </a:pPr>
              <a:r>
                <a:rPr lang="es-PE" sz="140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rPr>
                <a:t>Por tanto, se expide el presente Certificado otorgándole los privilegios y consideraciones que le corresponden.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F36D8880-B179-580E-0319-C4E9487E072A}"/>
                </a:ext>
              </a:extLst>
            </p:cNvPr>
            <p:cNvSpPr/>
            <p:nvPr/>
          </p:nvSpPr>
          <p:spPr>
            <a:xfrm>
              <a:off x="3075083" y="6414406"/>
              <a:ext cx="3359480" cy="3202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lnSpc>
                  <a:spcPct val="115000"/>
                </a:lnSpc>
                <a:spcBef>
                  <a:spcPts val="59"/>
                </a:spcBef>
              </a:pPr>
              <a:r>
                <a:rPr lang="es-PE" sz="1400" dirty="0">
                  <a:solidFill>
                    <a:prstClr val="black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rPr>
                <a:t>Trujillo, {{FECHA_EMISION_LARGA}}</a:t>
              </a:r>
              <a:endParaRPr lang="en-US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91A0089-6FF1-039E-99B9-D2D6B82F2DD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F12C4D5-38EC-3365-B9FE-4D8C1784A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069703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/>
                        <a:t>{{FOLIO_NUMERO}}</a:t>
                      </a:r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PH_TEMA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CURSO: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BD7C6F0-73B6-617B-0B21-594BAED95EBF}"/>
              </a:ext>
            </a:extLst>
          </p:cNvPr>
          <p:cNvSpPr/>
          <p:nvPr/>
        </p:nvSpPr>
        <p:spPr>
          <a:xfrm>
            <a:off x="4541929" y="8673847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PH_TABLA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888816"/>
              </p:ext>
            </p:extLst>
          </p:nvPr>
        </p:nvGraphicFramePr>
        <p:xfrm>
          <a:off x="745017" y="2921299"/>
          <a:ext cx="5367967" cy="347556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{{MODULO_4}}</a:t>
                      </a:r>
                      <a:endParaRPr lang="es-ES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877B814B-349D-3B6F-D8B4-1409141EB5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0301531-3A65-9E11-28A8-2CF4C8D850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355BE43-8A4E-2CD3-189B-9D222B1EF1F1}"/>
              </a:ext>
            </a:extLst>
          </p:cNvPr>
          <p:cNvSpPr txBox="1"/>
          <p:nvPr/>
        </p:nvSpPr>
        <p:spPr>
          <a:xfrm>
            <a:off x="3148307" y="8205520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64169</TotalTime>
  <Words>311</Words>
  <Application>Microsoft Office PowerPoint</Application>
  <PresentationFormat>A4 (210 x 297 mm)</PresentationFormat>
  <Paragraphs>56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1147</cp:revision>
  <cp:lastPrinted>2026-01-13T23:09:00Z</cp:lastPrinted>
  <dcterms:created xsi:type="dcterms:W3CDTF">2018-11-06T14:43:46Z</dcterms:created>
  <dcterms:modified xsi:type="dcterms:W3CDTF">2026-03-02T03:10:36Z</dcterms:modified>
</cp:coreProperties>
</file>