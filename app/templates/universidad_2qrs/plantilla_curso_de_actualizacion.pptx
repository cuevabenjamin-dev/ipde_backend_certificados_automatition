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370768-E0E2-4B6D-8873-3EFAC77C74D0}" v="7" dt="2026-03-05T19:02:09.0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242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3-05T19:02:09.016" v="96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28:41.318" v="94" actId="1035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3-02T03:10:51.649" v="29" actId="1035"/>
          <ac:spMkLst>
            <pc:docMk/>
            <pc:sldMk cId="2410626708" sldId="277"/>
            <ac:spMk id="2" creationId="{6718E74D-9F2C-B892-E699-1EC198F4A308}"/>
          </ac:spMkLst>
        </pc:spChg>
        <pc:spChg chg="del mod topLvl">
          <ac:chgData name="Benjamín de Jesús Cueva Niño de Guzmán" userId="56da303013910523" providerId="LiveId" clId="{532B7A48-8887-4F62-9537-0BA1FAE83637}" dt="2026-03-04T21:31:14.881" v="83" actId="478"/>
          <ac:spMkLst>
            <pc:docMk/>
            <pc:sldMk cId="2410626708" sldId="277"/>
            <ac:spMk id="7" creationId="{F36D8880-B179-580E-0319-C4E9487E072A}"/>
          </ac:spMkLst>
        </pc:spChg>
        <pc:spChg chg="mod topLvl">
          <ac:chgData name="Benjamín de Jesús Cueva Niño de Guzmán" userId="56da303013910523" providerId="LiveId" clId="{532B7A48-8887-4F62-9537-0BA1FAE83637}" dt="2026-03-05T18:28:41.318" v="94" actId="1035"/>
          <ac:spMkLst>
            <pc:docMk/>
            <pc:sldMk cId="2410626708" sldId="277"/>
            <ac:spMk id="19" creationId="{991C4A27-894B-7257-8062-6F839343BAAD}"/>
          </ac:spMkLst>
        </pc:spChg>
        <pc:grpChg chg="add del mod">
          <ac:chgData name="Benjamín de Jesús Cueva Niño de Guzmán" userId="56da303013910523" providerId="LiveId" clId="{532B7A48-8887-4F62-9537-0BA1FAE83637}" dt="2026-03-04T21:30:06.207" v="82" actId="165"/>
          <ac:grpSpMkLst>
            <pc:docMk/>
            <pc:sldMk cId="2410626708" sldId="277"/>
            <ac:grpSpMk id="10" creationId="{21F18E69-AB6F-2257-BB07-777CEF8205AA}"/>
          </ac:grpSpMkLst>
        </pc:grpChg>
      </pc:sldChg>
      <pc:sldChg chg="addSp delSp modSp mod">
        <pc:chgData name="Benjamín de Jesús Cueva Niño de Guzmán" userId="56da303013910523" providerId="LiveId" clId="{532B7A48-8887-4F62-9537-0BA1FAE83637}" dt="2026-03-05T19:02:09.016" v="96"/>
        <pc:sldMkLst>
          <pc:docMk/>
          <pc:sldMk cId="4084903007" sldId="278"/>
        </pc:sldMkLst>
        <pc:spChg chg="add mod">
          <ac:chgData name="Benjamín de Jesús Cueva Niño de Guzmán" userId="56da303013910523" providerId="LiveId" clId="{532B7A48-8887-4F62-9537-0BA1FAE83637}" dt="2026-03-05T19:02:09.016" v="96"/>
          <ac:spMkLst>
            <pc:docMk/>
            <pc:sldMk cId="4084903007" sldId="278"/>
            <ac:spMk id="8" creationId="{B1A3780B-61AF-129B-7657-D90360AC974E}"/>
          </ac:spMkLst>
        </pc:spChg>
        <pc:spChg chg="mod">
          <ac:chgData name="Benjamín de Jesús Cueva Niño de Guzmán" userId="56da303013910523" providerId="LiveId" clId="{532B7A48-8887-4F62-9537-0BA1FAE83637}" dt="2026-03-02T03:11:48.981" v="79" actId="962"/>
          <ac:spMkLst>
            <pc:docMk/>
            <pc:sldMk cId="4084903007" sldId="278"/>
            <ac:spMk id="11" creationId="{6A9C3E86-51AE-E415-AE46-871F1395CD67}"/>
          </ac:spMkLst>
        </pc:spChg>
        <pc:spChg chg="del">
          <ac:chgData name="Benjamín de Jesús Cueva Niño de Guzmán" userId="56da303013910523" providerId="LiveId" clId="{532B7A48-8887-4F62-9537-0BA1FAE83637}" dt="2026-03-05T19:02:08.781" v="95" actId="478"/>
          <ac:spMkLst>
            <pc:docMk/>
            <pc:sldMk cId="4084903007" sldId="278"/>
            <ac:spMk id="25" creationId="{1BD7C6F0-73B6-617B-0B21-594BAED95EBF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11:57.018" v="81" actId="255"/>
          <ac:graphicFrameMkLst>
            <pc:docMk/>
            <pc:sldMk cId="4084903007" sldId="278"/>
            <ac:graphicFrameMk id="27" creationId="{E2902199-03EA-D12C-1A17-39EA239AECB5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5/03/2026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23020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419400" y="3709018"/>
            <a:ext cx="6019200" cy="3185487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CURSO 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ACTUALIZACIÓN 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otorgándole los privilegios y consideraciones que le corresponden.</a:t>
            </a:r>
          </a:p>
          <a:p>
            <a:pPr algn="r">
              <a:spcBef>
                <a:spcPts val="600"/>
              </a:spcBef>
            </a:pP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91A0089-6FF1-039E-99B9-D2D6B82F2DD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F12C4D5-38EC-3365-B9FE-4D8C1784A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069703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/>
                        <a:t>{{FOLIO_NUMERO}}</a:t>
                      </a:r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CURSO DE ACTUALIZACIÓN: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269400"/>
              </p:ext>
            </p:extLst>
          </p:nvPr>
        </p:nvGraphicFramePr>
        <p:xfrm>
          <a:off x="745017" y="2899877"/>
          <a:ext cx="5367967" cy="347556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ES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877B814B-349D-3B6F-D8B4-1409141EB5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0301531-3A65-9E11-28A8-2CF4C8D850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355BE43-8A4E-2CD3-189B-9D222B1EF1F1}"/>
              </a:ext>
            </a:extLst>
          </p:cNvPr>
          <p:cNvSpPr txBox="1"/>
          <p:nvPr/>
        </p:nvSpPr>
        <p:spPr>
          <a:xfrm>
            <a:off x="3144239" y="7910914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1A3780B-61AF-129B-7657-D90360AC974E}"/>
              </a:ext>
            </a:extLst>
          </p:cNvPr>
          <p:cNvSpPr/>
          <p:nvPr/>
        </p:nvSpPr>
        <p:spPr>
          <a:xfrm>
            <a:off x="4541929" y="8673847"/>
            <a:ext cx="2130198" cy="382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r>
              <a:rPr lang="es-PE" sz="9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s-PE" sz="9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64173</TotalTime>
  <Words>320</Words>
  <Application>Microsoft Office PowerPoint</Application>
  <PresentationFormat>A4 (210 x 297 mm)</PresentationFormat>
  <Paragraphs>58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1150</cp:revision>
  <cp:lastPrinted>2026-01-13T23:09:00Z</cp:lastPrinted>
  <dcterms:created xsi:type="dcterms:W3CDTF">2018-11-06T14:43:46Z</dcterms:created>
  <dcterms:modified xsi:type="dcterms:W3CDTF">2026-03-05T19:02:10Z</dcterms:modified>
</cp:coreProperties>
</file>