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>
        <p:scale>
          <a:sx n="150" d="100"/>
          <a:sy n="150" d="100"/>
        </p:scale>
        <p:origin x="413" y="-5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delSld modSld">
      <pc:chgData name="Benjamín de Jesús Cueva Niño de Guzmán" userId="56da303013910523" providerId="LiveId" clId="{532B7A48-8887-4F62-9537-0BA1FAE83637}" dt="2026-03-05T18:58:35.798" v="208" actId="20577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29:19.395" v="164" actId="1035"/>
        <pc:sldMkLst>
          <pc:docMk/>
          <pc:sldMk cId="2410626708" sldId="277"/>
        </pc:sldMkLst>
        <pc:spChg chg="mod modVis">
          <ac:chgData name="Benjamín de Jesús Cueva Niño de Guzmán" userId="56da303013910523" providerId="LiveId" clId="{532B7A48-8887-4F62-9537-0BA1FAE83637}" dt="2026-03-03T01:36:52.951" v="157" actId="1035"/>
          <ac:spMkLst>
            <pc:docMk/>
            <pc:sldMk cId="2410626708" sldId="277"/>
            <ac:spMk id="2" creationId="{6718E74D-9F2C-B892-E699-1EC198F4A308}"/>
          </ac:spMkLst>
        </pc:spChg>
        <pc:spChg chg="mod">
          <ac:chgData name="Benjamín de Jesús Cueva Niño de Guzmán" userId="56da303013910523" providerId="LiveId" clId="{532B7A48-8887-4F62-9537-0BA1FAE83637}" dt="2026-02-27T18:42:45.760" v="30" actId="962"/>
          <ac:spMkLst>
            <pc:docMk/>
            <pc:sldMk cId="2410626708" sldId="277"/>
            <ac:spMk id="3" creationId="{0F11DFEA-FC46-1F41-8C5B-EA3E3C6BE3C1}"/>
          </ac:spMkLst>
        </pc:spChg>
        <pc:spChg chg="add del mod">
          <ac:chgData name="Benjamín de Jesús Cueva Niño de Guzmán" userId="56da303013910523" providerId="LiveId" clId="{532B7A48-8887-4F62-9537-0BA1FAE83637}" dt="2026-02-27T19:49:42.662" v="40"/>
          <ac:spMkLst>
            <pc:docMk/>
            <pc:sldMk cId="2410626708" sldId="277"/>
            <ac:spMk id="6" creationId="{D3A49D29-7E2E-6432-7436-A1B8CDE0CBD2}"/>
          </ac:spMkLst>
        </pc:spChg>
        <pc:spChg chg="mod">
          <ac:chgData name="Benjamín de Jesús Cueva Niño de Guzmán" userId="56da303013910523" providerId="LiveId" clId="{532B7A48-8887-4F62-9537-0BA1FAE83637}" dt="2026-02-27T18:42:59.090" v="31" actId="962"/>
          <ac:spMkLst>
            <pc:docMk/>
            <pc:sldMk cId="2410626708" sldId="277"/>
            <ac:spMk id="17" creationId="{FC88E61B-8665-F7AA-FB48-82299D51180D}"/>
          </ac:spMkLst>
        </pc:spChg>
        <pc:spChg chg="mod ord topLvl">
          <ac:chgData name="Benjamín de Jesús Cueva Niño de Guzmán" userId="56da303013910523" providerId="LiveId" clId="{532B7A48-8887-4F62-9537-0BA1FAE83637}" dt="2026-03-05T18:29:19.395" v="164" actId="1035"/>
          <ac:spMkLst>
            <pc:docMk/>
            <pc:sldMk cId="2410626708" sldId="277"/>
            <ac:spMk id="19" creationId="{991C4A27-894B-7257-8062-6F839343BAAD}"/>
          </ac:spMkLst>
        </pc:spChg>
        <pc:spChg chg="mod ord">
          <ac:chgData name="Benjamín de Jesús Cueva Niño de Guzmán" userId="56da303013910523" providerId="LiveId" clId="{532B7A48-8887-4F62-9537-0BA1FAE83637}" dt="2026-03-03T01:37:06.668" v="161" actId="167"/>
          <ac:spMkLst>
            <pc:docMk/>
            <pc:sldMk cId="2410626708" sldId="277"/>
            <ac:spMk id="22" creationId="{D6CB106F-7EC0-002A-CEBE-0064B169D038}"/>
          </ac:spMkLst>
        </pc:spChg>
        <pc:spChg chg="mod ord">
          <ac:chgData name="Benjamín de Jesús Cueva Niño de Guzmán" userId="56da303013910523" providerId="LiveId" clId="{532B7A48-8887-4F62-9537-0BA1FAE83637}" dt="2026-03-03T01:37:06.668" v="161" actId="167"/>
          <ac:spMkLst>
            <pc:docMk/>
            <pc:sldMk cId="2410626708" sldId="277"/>
            <ac:spMk id="23" creationId="{D962536F-CB9F-1938-8F28-5D8C8FE943C7}"/>
          </ac:spMkLst>
        </pc:spChg>
        <pc:picChg chg="mod">
          <ac:chgData name="Benjamín de Jesús Cueva Niño de Guzmán" userId="56da303013910523" providerId="LiveId" clId="{532B7A48-8887-4F62-9537-0BA1FAE83637}" dt="2026-02-27T18:42:00.579" v="24"/>
          <ac:picMkLst>
            <pc:docMk/>
            <pc:sldMk cId="2410626708" sldId="277"/>
            <ac:picMk id="4" creationId="{BC1BF896-3A0A-2D18-2C55-A99B63C83C9E}"/>
          </ac:picMkLst>
        </pc:picChg>
        <pc:picChg chg="mod">
          <ac:chgData name="Benjamín de Jesús Cueva Niño de Guzmán" userId="56da303013910523" providerId="LiveId" clId="{532B7A48-8887-4F62-9537-0BA1FAE83637}" dt="2026-02-27T18:43:13.475" v="35"/>
          <ac:picMkLst>
            <pc:docMk/>
            <pc:sldMk cId="2410626708" sldId="277"/>
            <ac:picMk id="5" creationId="{E8D55156-67B8-4336-A410-DB422B06644F}"/>
          </ac:picMkLst>
        </pc:picChg>
        <pc:picChg chg="mod ord">
          <ac:chgData name="Benjamín de Jesús Cueva Niño de Guzmán" userId="56da303013910523" providerId="LiveId" clId="{532B7A48-8887-4F62-9537-0BA1FAE83637}" dt="2026-03-03T01:37:03.537" v="160" actId="167"/>
          <ac:picMkLst>
            <pc:docMk/>
            <pc:sldMk cId="2410626708" sldId="277"/>
            <ac:picMk id="8" creationId="{E620381B-4FC1-7AC1-6064-1BDB1EDD40BC}"/>
          </ac:picMkLst>
        </pc:picChg>
        <pc:picChg chg="mod">
          <ac:chgData name="Benjamín de Jesús Cueva Niño de Guzmán" userId="56da303013910523" providerId="LiveId" clId="{532B7A48-8887-4F62-9537-0BA1FAE83637}" dt="2026-02-27T18:43:02.463" v="32"/>
          <ac:picMkLst>
            <pc:docMk/>
            <pc:sldMk cId="2410626708" sldId="277"/>
            <ac:picMk id="16" creationId="{B7718B06-55CA-2E3C-6C80-F4BE84446227}"/>
          </ac:picMkLst>
        </pc:picChg>
        <pc:picChg chg="mod">
          <ac:chgData name="Benjamín de Jesús Cueva Niño de Guzmán" userId="56da303013910523" providerId="LiveId" clId="{532B7A48-8887-4F62-9537-0BA1FAE83637}" dt="2026-02-27T18:43:10.965" v="34"/>
          <ac:picMkLst>
            <pc:docMk/>
            <pc:sldMk cId="2410626708" sldId="277"/>
            <ac:picMk id="21" creationId="{F747E739-70C9-F0BF-4A9E-62BD5CFA55FA}"/>
          </ac:picMkLst>
        </pc:picChg>
      </pc:sldChg>
      <pc:sldChg chg="modSp mod">
        <pc:chgData name="Benjamín de Jesús Cueva Niño de Guzmán" userId="56da303013910523" providerId="LiveId" clId="{532B7A48-8887-4F62-9537-0BA1FAE83637}" dt="2026-03-05T18:58:35.798" v="208" actId="20577"/>
        <pc:sldMkLst>
          <pc:docMk/>
          <pc:sldMk cId="4084903007" sldId="278"/>
        </pc:sldMkLst>
        <pc:spChg chg="mod">
          <ac:chgData name="Benjamín de Jesús Cueva Niño de Guzmán" userId="56da303013910523" providerId="LiveId" clId="{532B7A48-8887-4F62-9537-0BA1FAE83637}" dt="2026-03-02T03:07:16.010" v="135" actId="962"/>
          <ac:spMkLst>
            <pc:docMk/>
            <pc:sldMk cId="4084903007" sldId="278"/>
            <ac:spMk id="11" creationId="{6A9C3E86-51AE-E415-AE46-871F1395CD67}"/>
          </ac:spMkLst>
        </pc:spChg>
        <pc:spChg chg="mod">
          <ac:chgData name="Benjamín de Jesús Cueva Niño de Guzmán" userId="56da303013910523" providerId="LiveId" clId="{532B7A48-8887-4F62-9537-0BA1FAE83637}" dt="2026-03-05T18:58:35.798" v="208" actId="20577"/>
          <ac:spMkLst>
            <pc:docMk/>
            <pc:sldMk cId="4084903007" sldId="278"/>
            <ac:spMk id="25" creationId="{1BD7C6F0-73B6-617B-0B21-594BAED95EBF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07:05.763" v="134" actId="962"/>
          <ac:graphicFrameMkLst>
            <pc:docMk/>
            <pc:sldMk cId="4084903007" sldId="278"/>
            <ac:graphicFrameMk id="27" creationId="{E2902199-03EA-D12C-1A17-39EA239AECB5}"/>
          </ac:graphicFrameMkLst>
        </pc:graphicFrameChg>
        <pc:picChg chg="mod">
          <ac:chgData name="Benjamín de Jesús Cueva Niño de Guzmán" userId="56da303013910523" providerId="LiveId" clId="{532B7A48-8887-4F62-9537-0BA1FAE83637}" dt="2026-02-27T18:40:25.918" v="18" actId="1036"/>
          <ac:picMkLst>
            <pc:docMk/>
            <pc:sldMk cId="4084903007" sldId="278"/>
            <ac:picMk id="3" creationId="{7732230B-A029-72C0-9D5B-2705D3A0233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620381B-4FC1-7AC1-6064-1BDB1EDD40B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PH_NOMBRES_APELLIDOS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46926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PH_TIPO_DOCUMENTO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diplomado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PH_CONCEDIDO_A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419400" y="3756249"/>
            <a:ext cx="6019200" cy="28931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DIPLOMADO 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{{MODELO_MINUSCULA}} otorgándole los privilegios y consideraciones que le corresponden.</a:t>
            </a:r>
          </a:p>
          <a:p>
            <a:pPr algn="r">
              <a:spcBef>
                <a:spcPts val="600"/>
              </a:spcBef>
            </a:pP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AC158F5-D8DD-2613-6ACD-5065B4191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6180199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dirty="0"/>
                        <a:t>{{FOLIO_NUMERO}}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DIPLOMADO: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 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BD7C6F0-73B6-617B-0B21-594BAED95EBF}"/>
              </a:ext>
            </a:extLst>
          </p:cNvPr>
          <p:cNvSpPr/>
          <p:nvPr/>
        </p:nvSpPr>
        <p:spPr>
          <a:xfrm>
            <a:off x="4541929" y="8673847"/>
            <a:ext cx="2130198" cy="382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r>
              <a:rPr lang="es-PE" sz="9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s-PE" sz="9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507718"/>
              </p:ext>
            </p:extLst>
          </p:nvPr>
        </p:nvGraphicFramePr>
        <p:xfrm>
          <a:off x="745017" y="2921299"/>
          <a:ext cx="5367967" cy="47100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{{MODULO_4}}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{{MODULO_6}}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787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0688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5077155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7732230B-A029-72C0-9D5B-2705D3A023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2184" y="9101690"/>
            <a:ext cx="368250" cy="20291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9615212-977D-1861-CED0-F34F0EFEDAF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9EBE251-E858-8E67-7F33-34DEDB7A092B}"/>
              </a:ext>
            </a:extLst>
          </p:cNvPr>
          <p:cNvSpPr txBox="1"/>
          <p:nvPr/>
        </p:nvSpPr>
        <p:spPr>
          <a:xfrm>
            <a:off x="3148307" y="7959272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64239</TotalTime>
  <Words>355</Words>
  <Application>Microsoft Office PowerPoint</Application>
  <PresentationFormat>A4 (210 x 297 mm)</PresentationFormat>
  <Paragraphs>65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1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1149</cp:revision>
  <cp:lastPrinted>2026-01-13T23:09:00Z</cp:lastPrinted>
  <dcterms:created xsi:type="dcterms:W3CDTF">2018-11-06T14:43:46Z</dcterms:created>
  <dcterms:modified xsi:type="dcterms:W3CDTF">2026-03-05T18:58:37Z</dcterms:modified>
</cp:coreProperties>
</file>