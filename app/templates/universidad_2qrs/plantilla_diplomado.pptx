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>
        <p:scale>
          <a:sx n="100" d="100"/>
          <a:sy n="100" d="100"/>
        </p:scale>
        <p:origin x="1493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1-14T23:39:32.441" v="15" actId="6549"/>
      <pc:docMkLst>
        <pc:docMk/>
      </pc:docMkLst>
      <pc:sldChg chg="delSp modSp mod">
        <pc:chgData name="Benjamín de Jesús Cueva Niño de Guzmán" userId="56da303013910523" providerId="LiveId" clId="{532B7A48-8887-4F62-9537-0BA1FAE83637}" dt="2026-01-14T23:39:12.411" v="12" actId="1036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2" creationId="{D6CB106F-7EC0-002A-CEBE-0064B169D038}"/>
          </ac:spMkLst>
        </pc:spChg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3" creationId="{D962536F-CB9F-1938-8F28-5D8C8FE943C7}"/>
          </ac:spMkLst>
        </pc:spChg>
        <pc:picChg chg="del">
          <ac:chgData name="Benjamín de Jesús Cueva Niño de Guzmán" userId="56da303013910523" providerId="LiveId" clId="{532B7A48-8887-4F62-9537-0BA1FAE83637}" dt="2026-01-14T23:39:07" v="4" actId="478"/>
          <ac:picMkLst>
            <pc:docMk/>
            <pc:sldMk cId="2410626708" sldId="277"/>
            <ac:picMk id="18" creationId="{65D7DBE5-F3CD-0E62-8756-B223F377361E}"/>
          </ac:picMkLst>
        </pc:picChg>
      </pc:sldChg>
      <pc:sldChg chg="delSp modSp mod">
        <pc:chgData name="Benjamín de Jesús Cueva Niño de Guzmán" userId="56da303013910523" providerId="LiveId" clId="{532B7A48-8887-4F62-9537-0BA1FAE83637}" dt="2026-01-14T23:39:32.441" v="15" actId="6549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1-14T23:39:32.441" v="15" actId="6549"/>
          <ac:spMkLst>
            <pc:docMk/>
            <pc:sldMk cId="4084903007" sldId="278"/>
            <ac:spMk id="25" creationId="{1BD7C6F0-73B6-617B-0B21-594BAED95EBF}"/>
          </ac:spMkLst>
        </pc:spChg>
        <pc:picChg chg="del">
          <ac:chgData name="Benjamín de Jesús Cueva Niño de Guzmán" userId="56da303013910523" providerId="LiveId" clId="{532B7A48-8887-4F62-9537-0BA1FAE83637}" dt="2026-01-14T23:39:27.620" v="13" actId="478"/>
          <ac:picMkLst>
            <pc:docMk/>
            <pc:sldMk cId="4084903007" sldId="278"/>
            <ac:picMk id="7" creationId="{1A5F3F7F-F6EA-295F-A298-EE7118A8FF90}"/>
          </ac:picMkLst>
        </pc:picChg>
        <pc:picChg chg="del">
          <ac:chgData name="Benjamín de Jesús Cueva Niño de Guzmán" userId="56da303013910523" providerId="LiveId" clId="{532B7A48-8887-4F62-9537-0BA1FAE83637}" dt="2026-01-14T23:39:29.163" v="14" actId="478"/>
          <ac:picMkLst>
            <pc:docMk/>
            <pc:sldMk cId="4084903007" sldId="278"/>
            <ac:picMk id="17" creationId="{E2F7B553-0DD8-3254-E8A5-8AFCBCCE12B1}"/>
          </ac:picMkLst>
        </pc:picChg>
        <pc:picChg chg="del">
          <ac:chgData name="Benjamín de Jesús Cueva Niño de Guzmán" userId="56da303013910523" providerId="LiveId" clId="{532B7A48-8887-4F62-9537-0BA1FAE83637}" dt="2026-01-14T23:39:08.807" v="5" actId="478"/>
          <ac:picMkLst>
            <pc:docMk/>
            <pc:sldMk cId="4084903007" sldId="278"/>
            <ac:picMk id="26" creationId="{39C9745C-4A41-3AC5-CAAD-095724A20EBB}"/>
          </ac:picMkLst>
        </pc:picChg>
      </pc:sldChg>
      <pc:sldChg chg="del">
        <pc:chgData name="Benjamín de Jesús Cueva Niño de Guzmán" userId="56da303013910523" providerId="LiveId" clId="{532B7A48-8887-4F62-9537-0BA1FAE83637}" dt="2026-01-14T23:38:56.402" v="2" actId="47"/>
        <pc:sldMkLst>
          <pc:docMk/>
          <pc:sldMk cId="1379650257" sldId="279"/>
        </pc:sldMkLst>
      </pc:sldChg>
      <pc:sldChg chg="del">
        <pc:chgData name="Benjamín de Jesús Cueva Niño de Guzmán" userId="56da303013910523" providerId="LiveId" clId="{532B7A48-8887-4F62-9537-0BA1FAE83637}" dt="2026-01-14T23:38:56.766" v="3" actId="47"/>
        <pc:sldMkLst>
          <pc:docMk/>
          <pc:sldMk cId="2353653050" sldId="280"/>
        </pc:sldMkLst>
      </pc:sldChg>
      <pc:sldChg chg="del">
        <pc:chgData name="Benjamín de Jesús Cueva Niño de Guzmán" userId="56da303013910523" providerId="LiveId" clId="{532B7A48-8887-4F62-9537-0BA1FAE83637}" dt="2026-01-14T23:38:55.858" v="0" actId="47"/>
        <pc:sldMkLst>
          <pc:docMk/>
          <pc:sldMk cId="4178494260" sldId="281"/>
        </pc:sldMkLst>
      </pc:sldChg>
      <pc:sldChg chg="del">
        <pc:chgData name="Benjamín de Jesús Cueva Niño de Guzmán" userId="56da303013910523" providerId="LiveId" clId="{532B7A48-8887-4F62-9537-0BA1FAE83637}" dt="2026-01-14T23:38:56.003" v="1" actId="47"/>
        <pc:sldMkLst>
          <pc:docMk/>
          <pc:sldMk cId="174112402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7382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diplomado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570664" y="3895781"/>
            <a:ext cx="5716673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DIPLOMADO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{{MODELO_MINUSCULA}} otorgándole los privilegios y consideraciones que le corresponden.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6D8880-B179-580E-0319-C4E9487E072A}"/>
              </a:ext>
            </a:extLst>
          </p:cNvPr>
          <p:cNvSpPr/>
          <p:nvPr/>
        </p:nvSpPr>
        <p:spPr>
          <a:xfrm>
            <a:off x="3075083" y="6911945"/>
            <a:ext cx="3359480" cy="3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620381B-4FC1-7AC1-6064-1BDB1EDD40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AC158F5-D8DD-2613-6ACD-5065B4191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180199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/>
                        <a:t>{{FOLIO_NUMERO}}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DIPLOMADO: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 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25575"/>
              </p:ext>
            </p:extLst>
          </p:nvPr>
        </p:nvGraphicFramePr>
        <p:xfrm>
          <a:off x="745017" y="3109557"/>
          <a:ext cx="5367967" cy="47100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{{MODULO_4}}</a:t>
                      </a:r>
                      <a:endParaRPr lang="es-E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78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68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77155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32230B-A029-72C0-9D5B-2705D3A02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615212-977D-1861-CED0-F34F0EFEDA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9EBE251-E858-8E67-7F33-34DEDB7A092B}"/>
              </a:ext>
            </a:extLst>
          </p:cNvPr>
          <p:cNvSpPr txBox="1"/>
          <p:nvPr/>
        </p:nvSpPr>
        <p:spPr>
          <a:xfrm>
            <a:off x="3148307" y="7959272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64164</TotalTime>
  <Words>351</Words>
  <Application>Microsoft Office PowerPoint</Application>
  <PresentationFormat>A4 (210 x 297 mm)</PresentationFormat>
  <Paragraphs>65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1149</cp:revision>
  <cp:lastPrinted>2026-01-13T23:09:00Z</cp:lastPrinted>
  <dcterms:created xsi:type="dcterms:W3CDTF">2018-11-06T14:43:46Z</dcterms:created>
  <dcterms:modified xsi:type="dcterms:W3CDTF">2026-02-02T06:38:15Z</dcterms:modified>
</cp:coreProperties>
</file>