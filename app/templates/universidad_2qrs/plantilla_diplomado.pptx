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CDD09E-9648-4DA4-91F7-7D06BC5A5820}" v="12" dt="2026-03-02T03:07:16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182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delSld modSld">
      <pc:chgData name="Benjamín de Jesús Cueva Niño de Guzmán" userId="56da303013910523" providerId="LiveId" clId="{532B7A48-8887-4F62-9537-0BA1FAE83637}" dt="2026-03-02T03:07:16.010" v="135" actId="962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2T03:06:24.809" v="117" actId="164"/>
        <pc:sldMkLst>
          <pc:docMk/>
          <pc:sldMk cId="2410626708" sldId="277"/>
        </pc:sldMkLst>
        <pc:spChg chg="mod modVis">
          <ac:chgData name="Benjamín de Jesús Cueva Niño de Guzmán" userId="56da303013910523" providerId="LiveId" clId="{532B7A48-8887-4F62-9537-0BA1FAE83637}" dt="2026-03-02T03:05:50.881" v="110" actId="1036"/>
          <ac:spMkLst>
            <pc:docMk/>
            <pc:sldMk cId="2410626708" sldId="277"/>
            <ac:spMk id="2" creationId="{6718E74D-9F2C-B892-E699-1EC198F4A308}"/>
          </ac:spMkLst>
        </pc:spChg>
        <pc:spChg chg="mod">
          <ac:chgData name="Benjamín de Jesús Cueva Niño de Guzmán" userId="56da303013910523" providerId="LiveId" clId="{532B7A48-8887-4F62-9537-0BA1FAE83637}" dt="2026-02-27T18:42:45.760" v="30" actId="962"/>
          <ac:spMkLst>
            <pc:docMk/>
            <pc:sldMk cId="2410626708" sldId="277"/>
            <ac:spMk id="3" creationId="{0F11DFEA-FC46-1F41-8C5B-EA3E3C6BE3C1}"/>
          </ac:spMkLst>
        </pc:spChg>
        <pc:spChg chg="add del mod">
          <ac:chgData name="Benjamín de Jesús Cueva Niño de Guzmán" userId="56da303013910523" providerId="LiveId" clId="{532B7A48-8887-4F62-9537-0BA1FAE83637}" dt="2026-02-27T19:49:42.662" v="40"/>
          <ac:spMkLst>
            <pc:docMk/>
            <pc:sldMk cId="2410626708" sldId="277"/>
            <ac:spMk id="6" creationId="{D3A49D29-7E2E-6432-7436-A1B8CDE0CBD2}"/>
          </ac:spMkLst>
        </pc:spChg>
        <pc:spChg chg="mod topLvl">
          <ac:chgData name="Benjamín de Jesús Cueva Niño de Guzmán" userId="56da303013910523" providerId="LiveId" clId="{532B7A48-8887-4F62-9537-0BA1FAE83637}" dt="2026-03-02T03:06:24.809" v="117" actId="164"/>
          <ac:spMkLst>
            <pc:docMk/>
            <pc:sldMk cId="2410626708" sldId="277"/>
            <ac:spMk id="7" creationId="{F36D8880-B179-580E-0319-C4E9487E072A}"/>
          </ac:spMkLst>
        </pc:spChg>
        <pc:spChg chg="mod">
          <ac:chgData name="Benjamín de Jesús Cueva Niño de Guzmán" userId="56da303013910523" providerId="LiveId" clId="{532B7A48-8887-4F62-9537-0BA1FAE83637}" dt="2026-02-27T18:42:59.090" v="31" actId="962"/>
          <ac:spMkLst>
            <pc:docMk/>
            <pc:sldMk cId="2410626708" sldId="277"/>
            <ac:spMk id="17" creationId="{FC88E61B-8665-F7AA-FB48-82299D51180D}"/>
          </ac:spMkLst>
        </pc:spChg>
        <pc:spChg chg="mod topLvl">
          <ac:chgData name="Benjamín de Jesús Cueva Niño de Guzmán" userId="56da303013910523" providerId="LiveId" clId="{532B7A48-8887-4F62-9537-0BA1FAE83637}" dt="2026-03-02T03:06:24.809" v="117" actId="164"/>
          <ac:spMkLst>
            <pc:docMk/>
            <pc:sldMk cId="2410626708" sldId="277"/>
            <ac:spMk id="19" creationId="{991C4A27-894B-7257-8062-6F839343BAAD}"/>
          </ac:spMkLst>
        </pc:spChg>
        <pc:spChg chg="mod">
          <ac:chgData name="Benjamín de Jesús Cueva Niño de Guzmán" userId="56da303013910523" providerId="LiveId" clId="{532B7A48-8887-4F62-9537-0BA1FAE83637}" dt="2026-02-27T18:42:02.061" v="25"/>
          <ac:spMkLst>
            <pc:docMk/>
            <pc:sldMk cId="2410626708" sldId="277"/>
            <ac:spMk id="22" creationId="{D6CB106F-7EC0-002A-CEBE-0064B169D038}"/>
          </ac:spMkLst>
        </pc:spChg>
        <pc:spChg chg="mod">
          <ac:chgData name="Benjamín de Jesús Cueva Niño de Guzmán" userId="56da303013910523" providerId="LiveId" clId="{532B7A48-8887-4F62-9537-0BA1FAE83637}" dt="2026-02-27T18:42:03.214" v="26"/>
          <ac:spMkLst>
            <pc:docMk/>
            <pc:sldMk cId="2410626708" sldId="277"/>
            <ac:spMk id="23" creationId="{D962536F-CB9F-1938-8F28-5D8C8FE943C7}"/>
          </ac:spMkLst>
        </pc:spChg>
        <pc:grpChg chg="add del mod">
          <ac:chgData name="Benjamín de Jesús Cueva Niño de Guzmán" userId="56da303013910523" providerId="LiveId" clId="{532B7A48-8887-4F62-9537-0BA1FAE83637}" dt="2026-03-02T03:06:03.347" v="111" actId="165"/>
          <ac:grpSpMkLst>
            <pc:docMk/>
            <pc:sldMk cId="2410626708" sldId="277"/>
            <ac:grpSpMk id="9" creationId="{1816267B-1DC1-F5BE-9D56-6F535EFF7DE6}"/>
          </ac:grpSpMkLst>
        </pc:grpChg>
        <pc:grpChg chg="add mod">
          <ac:chgData name="Benjamín de Jesús Cueva Niño de Guzmán" userId="56da303013910523" providerId="LiveId" clId="{532B7A48-8887-4F62-9537-0BA1FAE83637}" dt="2026-03-02T03:06:24.809" v="117" actId="164"/>
          <ac:grpSpMkLst>
            <pc:docMk/>
            <pc:sldMk cId="2410626708" sldId="277"/>
            <ac:grpSpMk id="10" creationId="{63BE2411-0560-20B4-44E7-9E59B1CF57D2}"/>
          </ac:grpSpMkLst>
        </pc:grpChg>
        <pc:picChg chg="mod">
          <ac:chgData name="Benjamín de Jesús Cueva Niño de Guzmán" userId="56da303013910523" providerId="LiveId" clId="{532B7A48-8887-4F62-9537-0BA1FAE83637}" dt="2026-02-27T18:42:00.579" v="24"/>
          <ac:picMkLst>
            <pc:docMk/>
            <pc:sldMk cId="2410626708" sldId="277"/>
            <ac:picMk id="4" creationId="{BC1BF896-3A0A-2D18-2C55-A99B63C83C9E}"/>
          </ac:picMkLst>
        </pc:picChg>
        <pc:picChg chg="mod">
          <ac:chgData name="Benjamín de Jesús Cueva Niño de Guzmán" userId="56da303013910523" providerId="LiveId" clId="{532B7A48-8887-4F62-9537-0BA1FAE83637}" dt="2026-02-27T18:43:13.475" v="35"/>
          <ac:picMkLst>
            <pc:docMk/>
            <pc:sldMk cId="2410626708" sldId="277"/>
            <ac:picMk id="5" creationId="{E8D55156-67B8-4336-A410-DB422B06644F}"/>
          </ac:picMkLst>
        </pc:picChg>
        <pc:picChg chg="mod">
          <ac:chgData name="Benjamín de Jesús Cueva Niño de Guzmán" userId="56da303013910523" providerId="LiveId" clId="{532B7A48-8887-4F62-9537-0BA1FAE83637}" dt="2026-02-27T18:42:06.294" v="27"/>
          <ac:picMkLst>
            <pc:docMk/>
            <pc:sldMk cId="2410626708" sldId="277"/>
            <ac:picMk id="8" creationId="{E620381B-4FC1-7AC1-6064-1BDB1EDD40BC}"/>
          </ac:picMkLst>
        </pc:picChg>
        <pc:picChg chg="mod">
          <ac:chgData name="Benjamín de Jesús Cueva Niño de Guzmán" userId="56da303013910523" providerId="LiveId" clId="{532B7A48-8887-4F62-9537-0BA1FAE83637}" dt="2026-02-27T18:43:02.463" v="32"/>
          <ac:picMkLst>
            <pc:docMk/>
            <pc:sldMk cId="2410626708" sldId="277"/>
            <ac:picMk id="16" creationId="{B7718B06-55CA-2E3C-6C80-F4BE84446227}"/>
          </ac:picMkLst>
        </pc:picChg>
        <pc:picChg chg="mod">
          <ac:chgData name="Benjamín de Jesús Cueva Niño de Guzmán" userId="56da303013910523" providerId="LiveId" clId="{532B7A48-8887-4F62-9537-0BA1FAE83637}" dt="2026-02-27T18:43:10.965" v="34"/>
          <ac:picMkLst>
            <pc:docMk/>
            <pc:sldMk cId="2410626708" sldId="277"/>
            <ac:picMk id="21" creationId="{F747E739-70C9-F0BF-4A9E-62BD5CFA55FA}"/>
          </ac:picMkLst>
        </pc:picChg>
      </pc:sldChg>
      <pc:sldChg chg="modSp mod">
        <pc:chgData name="Benjamín de Jesús Cueva Niño de Guzmán" userId="56da303013910523" providerId="LiveId" clId="{532B7A48-8887-4F62-9537-0BA1FAE83637}" dt="2026-03-02T03:07:16.010" v="135" actId="962"/>
        <pc:sldMkLst>
          <pc:docMk/>
          <pc:sldMk cId="4084903007" sldId="278"/>
        </pc:sldMkLst>
        <pc:spChg chg="mod">
          <ac:chgData name="Benjamín de Jesús Cueva Niño de Guzmán" userId="56da303013910523" providerId="LiveId" clId="{532B7A48-8887-4F62-9537-0BA1FAE83637}" dt="2026-03-02T03:07:16.010" v="135" actId="962"/>
          <ac:spMkLst>
            <pc:docMk/>
            <pc:sldMk cId="4084903007" sldId="278"/>
            <ac:spMk id="11" creationId="{6A9C3E86-51AE-E415-AE46-871F1395CD67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07:05.763" v="134" actId="962"/>
          <ac:graphicFrameMkLst>
            <pc:docMk/>
            <pc:sldMk cId="4084903007" sldId="278"/>
            <ac:graphicFrameMk id="27" creationId="{E2902199-03EA-D12C-1A17-39EA239AECB5}"/>
          </ac:graphicFrameMkLst>
        </pc:graphicFrameChg>
        <pc:picChg chg="mod">
          <ac:chgData name="Benjamín de Jesús Cueva Niño de Guzmán" userId="56da303013910523" providerId="LiveId" clId="{532B7A48-8887-4F62-9537-0BA1FAE83637}" dt="2026-02-27T18:40:25.918" v="18" actId="1036"/>
          <ac:picMkLst>
            <pc:docMk/>
            <pc:sldMk cId="4084903007" sldId="278"/>
            <ac:picMk id="3" creationId="{7732230B-A029-72C0-9D5B-2705D3A0233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PH_NOMBRES_APELLIDOS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60373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PH_TIPO_DOCUMENTO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diplomado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PH_CONCEDIDO_A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63BE2411-0560-20B4-44E7-9E59B1CF57D2}"/>
              </a:ext>
            </a:extLst>
          </p:cNvPr>
          <p:cNvGrpSpPr/>
          <p:nvPr/>
        </p:nvGrpSpPr>
        <p:grpSpPr>
          <a:xfrm>
            <a:off x="570664" y="3783143"/>
            <a:ext cx="5863899" cy="3059119"/>
            <a:chOff x="570664" y="3783143"/>
            <a:chExt cx="5863899" cy="3059119"/>
          </a:xfrm>
        </p:grpSpPr>
        <p:sp>
          <p:nvSpPr>
            <p:cNvPr id="19" name="PH_CONTENIDO_PRINCIPAL">
              <a:extLst>
                <a:ext uri="{FF2B5EF4-FFF2-40B4-BE49-F238E27FC236}">
                  <a16:creationId xmlns:a16="http://schemas.microsoft.com/office/drawing/2014/main" id="{991C4A27-894B-7257-8062-6F839343BAAD}"/>
                </a:ext>
              </a:extLst>
            </p:cNvPr>
            <p:cNvSpPr/>
            <p:nvPr/>
          </p:nvSpPr>
          <p:spPr>
            <a:xfrm>
              <a:off x="570664" y="3783143"/>
              <a:ext cx="5716673" cy="2600712"/>
            </a:xfrm>
            <a:prstGeom prst="rect">
              <a:avLst/>
            </a:prstGeom>
            <a:ln>
              <a:noFill/>
            </a:ln>
          </p:spPr>
          <p:txBody>
            <a:bodyPr vert="horz" lIns="0" tIns="0" rIns="0" bIns="0" rtlCol="0" anchor="t" anchorCtr="1">
              <a:spAutoFit/>
            </a:bodyPr>
            <a:lstStyle/>
            <a:p>
              <a:pPr algn="ctr">
                <a:spcBef>
                  <a:spcPts val="600"/>
                </a:spcBef>
              </a:pP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Por haber culminado satisfactoriamente el DIPLOMADO en:</a:t>
              </a:r>
            </a:p>
            <a:p>
              <a:pPr algn="ctr">
                <a:spcBef>
                  <a:spcPts val="600"/>
                </a:spcBef>
              </a:pPr>
              <a:r>
                <a:rPr lang="es-PE" sz="2800" dirty="0">
                  <a:solidFill>
                    <a:schemeClr val="tx2">
                      <a:lumMod val="50000"/>
                    </a:schemeClr>
                  </a:solidFill>
                  <a:latin typeface="Britannic Bold" panose="020B0903060703020204" pitchFamily="34" charset="0"/>
                  <a:ea typeface="Times New Roman" panose="02020603050405020304" pitchFamily="18" charset="0"/>
                  <a:cs typeface="Simplified Arabic" panose="02020603050405020304" pitchFamily="18" charset="-78"/>
                </a:rPr>
                <a:t>“{{TEMA_DIPLOMADO}}</a:t>
              </a:r>
              <a:r>
                <a:rPr lang="es-PE" sz="2800" dirty="0">
                  <a:solidFill>
                    <a:schemeClr val="tx2">
                      <a:lumMod val="50000"/>
                    </a:schemeClr>
                  </a:solidFill>
                  <a:effectLst/>
                  <a:latin typeface="Britannic Bold" panose="020B0903060703020204" pitchFamily="34" charset="0"/>
                  <a:ea typeface="Times New Roman" panose="02020603050405020304" pitchFamily="18" charset="0"/>
                  <a:cs typeface="Simplified Arabic" panose="02020603050405020304" pitchFamily="18" charset="-78"/>
                </a:rPr>
                <a:t>”</a:t>
              </a:r>
            </a:p>
            <a:p>
              <a:pPr algn="ctr">
                <a:spcBef>
                  <a:spcPts val="600"/>
                </a:spcBef>
              </a:pPr>
              <a:r>
                <a:rPr lang="es-PE" sz="1400" dirty="0">
                  <a:solidFill>
                    <a:srgbClr val="000000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Realizado por el Instituto Peruano de Diplomados y Especializaciones, que mantuvo participación acad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émica con la Escuela de Posgrado de la Universidad Nacional de Trujillo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, según Resolución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Directoral 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N°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2477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-2018-EPG/UNT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. R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ealizado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del {{FECHA_INICIO}} al {{FECHA_FIN}}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, con una duración de {{HORAS_ACADEMICAS}} horas académicas, equivalente a {{CREDITOS_ACADEMICOS}} créditos académicos.</a:t>
              </a:r>
              <a:endParaRPr lang="es-PE" sz="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spcBef>
                  <a:spcPts val="600"/>
                </a:spcBef>
              </a:pPr>
              <a:r>
                <a:rPr lang="es-PE" sz="140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rPr>
                <a:t>Por tanto, se expide el presente {{MODELO_MINUSCULA}} otorgándole los privilegios y consideraciones que le corresponden.</a:t>
              </a:r>
            </a:p>
          </p:txBody>
        </p:sp>
        <p:sp>
          <p:nvSpPr>
            <p:cNvPr id="7" name="PH_FECHA_EMISION_LARGA">
              <a:extLst>
                <a:ext uri="{FF2B5EF4-FFF2-40B4-BE49-F238E27FC236}">
                  <a16:creationId xmlns:a16="http://schemas.microsoft.com/office/drawing/2014/main" id="{F36D8880-B179-580E-0319-C4E9487E072A}"/>
                </a:ext>
              </a:extLst>
            </p:cNvPr>
            <p:cNvSpPr/>
            <p:nvPr/>
          </p:nvSpPr>
          <p:spPr>
            <a:xfrm>
              <a:off x="3075083" y="6521982"/>
              <a:ext cx="3359480" cy="3202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lnSpc>
                  <a:spcPct val="115000"/>
                </a:lnSpc>
                <a:spcBef>
                  <a:spcPts val="59"/>
                </a:spcBef>
              </a:pPr>
              <a:r>
                <a:rPr lang="es-PE" sz="1400" dirty="0">
                  <a:solidFill>
                    <a:prstClr val="black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rPr>
                <a:t>Trujillo, {{FECHA_EMISION_LARGA}}</a:t>
              </a:r>
              <a:endParaRPr lang="en-US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620381B-4FC1-7AC1-6064-1BDB1EDD40B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AC158F5-D8DD-2613-6ACD-5065B4191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6180199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dirty="0"/>
                        <a:t>{{FOLIO_NUMERO}}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DIPLOMADO: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 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BD7C6F0-73B6-617B-0B21-594BAED95EBF}"/>
              </a:ext>
            </a:extLst>
          </p:cNvPr>
          <p:cNvSpPr/>
          <p:nvPr/>
        </p:nvSpPr>
        <p:spPr>
          <a:xfrm>
            <a:off x="4541929" y="8673847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507718"/>
              </p:ext>
            </p:extLst>
          </p:nvPr>
        </p:nvGraphicFramePr>
        <p:xfrm>
          <a:off x="745017" y="2921299"/>
          <a:ext cx="5367967" cy="47100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{{MODULO_4}}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{{MODULO_6}}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787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0688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5077155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7732230B-A029-72C0-9D5B-2705D3A023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2184" y="9101690"/>
            <a:ext cx="368250" cy="20291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9615212-977D-1861-CED0-F34F0EFEDAF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9EBE251-E858-8E67-7F33-34DEDB7A092B}"/>
              </a:ext>
            </a:extLst>
          </p:cNvPr>
          <p:cNvSpPr txBox="1"/>
          <p:nvPr/>
        </p:nvSpPr>
        <p:spPr>
          <a:xfrm>
            <a:off x="3148307" y="7959272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64236</TotalTime>
  <Words>350</Words>
  <Application>Microsoft Office PowerPoint</Application>
  <PresentationFormat>A4 (210 x 297 mm)</PresentationFormat>
  <Paragraphs>64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1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1149</cp:revision>
  <cp:lastPrinted>2026-01-13T23:09:00Z</cp:lastPrinted>
  <dcterms:created xsi:type="dcterms:W3CDTF">2018-11-06T14:43:46Z</dcterms:created>
  <dcterms:modified xsi:type="dcterms:W3CDTF">2026-03-02T03:07:16Z</dcterms:modified>
</cp:coreProperties>
</file>