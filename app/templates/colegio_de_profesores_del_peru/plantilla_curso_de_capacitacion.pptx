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5C979-BF43-4CCD-B6B8-3FF226F3145B}" v="3" dt="2026-03-05T19:06:47.478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6:47.478" v="115"/>
      <pc:docMkLst>
        <pc:docMk/>
      </pc:docMkLst>
      <pc:sldChg chg="delSp modSp mod">
        <pc:chgData name="Benjamín de Jesús Cueva Niño de Guzmán" userId="56da303013910523" providerId="LiveId" clId="{532B7A48-8887-4F62-9537-0BA1FAE83637}" dt="2026-03-04T23:23:39.397" v="32" actId="1035"/>
        <pc:sldMkLst>
          <pc:docMk/>
          <pc:sldMk cId="3047749852" sldId="264"/>
        </pc:sldMkLst>
        <pc:spChg chg="mod">
          <ac:chgData name="Benjamín de Jesús Cueva Niño de Guzmán" userId="56da303013910523" providerId="LiveId" clId="{532B7A48-8887-4F62-9537-0BA1FAE83637}" dt="2026-03-04T23:23:39.397" v="32" actId="1035"/>
          <ac:spMkLst>
            <pc:docMk/>
            <pc:sldMk cId="3047749852" sldId="264"/>
            <ac:spMk id="15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4T23:23:30.266" v="30" actId="1035"/>
          <ac:spMkLst>
            <pc:docMk/>
            <pc:sldMk cId="3047749852" sldId="264"/>
            <ac:spMk id="16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4T23:23:30.266" v="30" actId="1035"/>
          <ac:spMkLst>
            <pc:docMk/>
            <pc:sldMk cId="3047749852" sldId="264"/>
            <ac:spMk id="17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3:22:46.961" v="9" actId="478"/>
          <ac:spMkLst>
            <pc:docMk/>
            <pc:sldMk cId="3047749852" sldId="264"/>
            <ac:spMk id="18" creationId="{00000000-0000-0000-0000-000000000000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6:47.478" v="115"/>
        <pc:sldMkLst>
          <pc:docMk/>
          <pc:sldMk cId="1210459346" sldId="265"/>
        </pc:sldMkLst>
        <pc:spChg chg="mod">
          <ac:chgData name="Benjamín de Jesús Cueva Niño de Guzmán" userId="56da303013910523" providerId="LiveId" clId="{532B7A48-8887-4F62-9537-0BA1FAE83637}" dt="2026-03-04T23:44:15.924" v="113" actId="1035"/>
          <ac:spMkLst>
            <pc:docMk/>
            <pc:sldMk cId="1210459346" sldId="265"/>
            <ac:spMk id="4" creationId="{385E0D12-7AAE-301C-8B48-6FE48D0B69EE}"/>
          </ac:spMkLst>
        </pc:spChg>
        <pc:spChg chg="mod">
          <ac:chgData name="Benjamín de Jesús Cueva Niño de Guzmán" userId="56da303013910523" providerId="LiveId" clId="{532B7A48-8887-4F62-9537-0BA1FAE83637}" dt="2026-03-02T15:15:47.805" v="0"/>
          <ac:spMkLst>
            <pc:docMk/>
            <pc:sldMk cId="1210459346" sldId="265"/>
            <ac:spMk id="5" creationId="{3C3B6426-6F38-8CFE-74FF-5A5CBF9F9D4A}"/>
          </ac:spMkLst>
        </pc:spChg>
        <pc:spChg chg="mod">
          <ac:chgData name="Benjamín de Jesús Cueva Niño de Guzmán" userId="56da303013910523" providerId="LiveId" clId="{532B7A48-8887-4F62-9537-0BA1FAE83637}" dt="2026-03-02T15:15:47.805" v="0"/>
          <ac:spMkLst>
            <pc:docMk/>
            <pc:sldMk cId="1210459346" sldId="265"/>
            <ac:spMk id="7" creationId="{6778C35F-9DB3-A0EE-C89E-38E7851C98AE}"/>
          </ac:spMkLst>
        </pc:spChg>
        <pc:spChg chg="add del mod">
          <ac:chgData name="Benjamín de Jesús Cueva Niño de Guzmán" userId="56da303013910523" providerId="LiveId" clId="{532B7A48-8887-4F62-9537-0BA1FAE83637}" dt="2026-03-05T19:06:47.065" v="114" actId="478"/>
          <ac:spMkLst>
            <pc:docMk/>
            <pc:sldMk cId="1210459346" sldId="265"/>
            <ac:spMk id="8" creationId="{CDB6F24C-029B-E910-994B-040089F67F31}"/>
          </ac:spMkLst>
        </pc:spChg>
        <pc:spChg chg="add mod">
          <ac:chgData name="Benjamín de Jesús Cueva Niño de Guzmán" userId="56da303013910523" providerId="LiveId" clId="{532B7A48-8887-4F62-9537-0BA1FAE83637}" dt="2026-03-05T19:06:47.478" v="115"/>
          <ac:spMkLst>
            <pc:docMk/>
            <pc:sldMk cId="1210459346" sldId="265"/>
            <ac:spMk id="9" creationId="{E25FC236-40C6-0C9A-A90B-552FD4CEED32}"/>
          </ac:spMkLst>
        </pc:spChg>
        <pc:grpChg chg="add mod">
          <ac:chgData name="Benjamín de Jesús Cueva Niño de Guzmán" userId="56da303013910523" providerId="LiveId" clId="{532B7A48-8887-4F62-9537-0BA1FAE83637}" dt="2026-03-02T15:15:47.805" v="0"/>
          <ac:grpSpMkLst>
            <pc:docMk/>
            <pc:sldMk cId="1210459346" sldId="265"/>
            <ac:grpSpMk id="2" creationId="{D94C737B-52E6-ECC0-A4DA-FE691B14FB62}"/>
          </ac:grpSpMkLst>
        </pc:grpChg>
        <pc:graphicFrameChg chg="mod">
          <ac:chgData name="Benjamín de Jesús Cueva Niño de Guzmán" userId="56da303013910523" providerId="LiveId" clId="{532B7A48-8887-4F62-9537-0BA1FAE83637}" dt="2026-03-04T23:27:50.789" v="78" actId="1035"/>
          <ac:graphicFrameMkLst>
            <pc:docMk/>
            <pc:sldMk cId="1210459346" sldId="265"/>
            <ac:graphicFrameMk id="20" creationId="{00000000-0000-0000-0000-000000000000}"/>
          </ac:graphicFrameMkLst>
        </pc:graphicFrameChg>
        <pc:graphicFrameChg chg="mod">
          <ac:chgData name="Benjamín de Jesús Cueva Niño de Guzmán" userId="56da303013910523" providerId="LiveId" clId="{532B7A48-8887-4F62-9537-0BA1FAE83637}" dt="2026-03-04T23:27:50.789" v="78" actId="1035"/>
          <ac:graphicFrameMkLst>
            <pc:docMk/>
            <pc:sldMk cId="1210459346" sldId="265"/>
            <ac:graphicFrameMk id="21" creationId="{00000000-0000-0000-0000-000000000000}"/>
          </ac:graphicFrameMkLst>
        </pc:graphicFrameChg>
        <pc:graphicFrameChg chg="modGraphic">
          <ac:chgData name="Benjamín de Jesús Cueva Niño de Guzmán" userId="56da303013910523" providerId="LiveId" clId="{532B7A48-8887-4F62-9537-0BA1FAE83637}" dt="2026-03-04T23:23:56.587" v="34" actId="255"/>
          <ac:graphicFrameMkLst>
            <pc:docMk/>
            <pc:sldMk cId="1210459346" sldId="265"/>
            <ac:graphicFrameMk id="29" creationId="{00000000-0000-0000-0000-000000000000}"/>
          </ac:graphicFrameMkLst>
        </pc:graphicFrameChg>
        <pc:picChg chg="mod">
          <ac:chgData name="Benjamín de Jesús Cueva Niño de Guzmán" userId="56da303013910523" providerId="LiveId" clId="{532B7A48-8887-4F62-9537-0BA1FAE83637}" dt="2026-03-04T23:27:50.789" v="78" actId="1035"/>
          <ac:picMkLst>
            <pc:docMk/>
            <pc:sldMk cId="1210459346" sldId="265"/>
            <ac:picMk id="3" creationId="{AB7EE0B6-B919-423B-6A1B-5DB7F9F6C8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26" y="946609"/>
            <a:ext cx="3551656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019286" y="680869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4252904" y="1275597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493035" y="1500969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380775" y="1915576"/>
            <a:ext cx="9144451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</a:t>
            </a:r>
          </a:p>
          <a:p>
            <a:pPr algn="ctr"/>
            <a:r>
              <a:rPr lang="es-PE" b="1" dirty="0"/>
              <a:t>DE CAPACITACIÓN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{{FECHA_EMISION_LARGA}}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ADDE962-DAB0-E96E-16F6-A0ACA884F653}"/>
              </a:ext>
            </a:extLst>
          </p:cNvPr>
          <p:cNvGrpSpPr/>
          <p:nvPr/>
        </p:nvGrpSpPr>
        <p:grpSpPr>
          <a:xfrm>
            <a:off x="2051259" y="5734670"/>
            <a:ext cx="6216028" cy="737099"/>
            <a:chOff x="2051259" y="5734670"/>
            <a:chExt cx="6216028" cy="737099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310610E-EE62-5F79-54D7-B7715D5CEF0D}"/>
                </a:ext>
              </a:extLst>
            </p:cNvPr>
            <p:cNvSpPr txBox="1"/>
            <p:nvPr/>
          </p:nvSpPr>
          <p:spPr>
            <a:xfrm>
              <a:off x="2051259" y="6018720"/>
              <a:ext cx="258105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DECANO REGIONAL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0522A33-0335-DECF-9B40-D8645FD4D737}"/>
                </a:ext>
              </a:extLst>
            </p:cNvPr>
            <p:cNvSpPr txBox="1"/>
            <p:nvPr/>
          </p:nvSpPr>
          <p:spPr>
            <a:xfrm>
              <a:off x="2183349" y="5734670"/>
              <a:ext cx="2329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HANNOWER VELA VASQUEZ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6CA9E09-4D7B-24B6-7656-C9E85547A554}"/>
                </a:ext>
              </a:extLst>
            </p:cNvPr>
            <p:cNvCxnSpPr/>
            <p:nvPr/>
          </p:nvCxnSpPr>
          <p:spPr>
            <a:xfrm>
              <a:off x="2132246" y="5754753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AA7070A-6171-9F3F-0547-3E100A7CB17B}"/>
                </a:ext>
              </a:extLst>
            </p:cNvPr>
            <p:cNvSpPr txBox="1"/>
            <p:nvPr/>
          </p:nvSpPr>
          <p:spPr>
            <a:xfrm>
              <a:off x="5686230" y="5987021"/>
              <a:ext cx="2581057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GERENTE GENERAL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INSTITUCIÓN EDUCATIVA ACADÉMICA Y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SOCIAL BERLIN SRL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416E7E4-7F8B-0061-6819-F814121DE47C}"/>
                </a:ext>
              </a:extLst>
            </p:cNvPr>
            <p:cNvSpPr txBox="1"/>
            <p:nvPr/>
          </p:nvSpPr>
          <p:spPr>
            <a:xfrm>
              <a:off x="6049512" y="5773608"/>
              <a:ext cx="1830950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SEGUNDO QUIÑONEZ MENDEZ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9B66AD9-9651-EC86-552A-00CDA3DECEA3}"/>
                </a:ext>
              </a:extLst>
            </p:cNvPr>
            <p:cNvCxnSpPr/>
            <p:nvPr/>
          </p:nvCxnSpPr>
          <p:spPr>
            <a:xfrm>
              <a:off x="5767217" y="5753060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3FC34F66-44CC-2288-42AF-06AD5D4D1E1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050099" y="5314559"/>
            <a:ext cx="3365495" cy="13142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5579E0D-4E75-0188-715B-6A2A897B4B9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774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08" y="946609"/>
            <a:ext cx="3413074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697077"/>
              </p:ext>
            </p:extLst>
          </p:nvPr>
        </p:nvGraphicFramePr>
        <p:xfrm>
          <a:off x="227269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graphicFrame>
        <p:nvGraphicFramePr>
          <p:cNvPr id="21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935166"/>
              </p:ext>
            </p:extLst>
          </p:nvPr>
        </p:nvGraphicFramePr>
        <p:xfrm>
          <a:off x="227269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/>
        </p:nvGraphicFramePr>
        <p:xfrm>
          <a:off x="3203501" y="1539657"/>
          <a:ext cx="6412523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12523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332314"/>
              </p:ext>
            </p:extLst>
          </p:nvPr>
        </p:nvGraphicFramePr>
        <p:xfrm>
          <a:off x="3203502" y="1974652"/>
          <a:ext cx="6412523" cy="149583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7389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545134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2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B7EE0B6-B919-423B-6A1B-5DB7F9F6C8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85E0D12-7AAE-301C-8B48-6FE48D0B69EE}"/>
              </a:ext>
            </a:extLst>
          </p:cNvPr>
          <p:cNvSpPr txBox="1"/>
          <p:nvPr/>
        </p:nvSpPr>
        <p:spPr>
          <a:xfrm>
            <a:off x="1255776" y="4659232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/>
              <a:t>{{QR_CODE}}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94C737B-52E6-ECC0-A4DA-FE691B14FB62}"/>
              </a:ext>
            </a:extLst>
          </p:cNvPr>
          <p:cNvGrpSpPr/>
          <p:nvPr/>
        </p:nvGrpSpPr>
        <p:grpSpPr>
          <a:xfrm>
            <a:off x="611025" y="6108603"/>
            <a:ext cx="2297657" cy="437033"/>
            <a:chOff x="4281274" y="8807352"/>
            <a:chExt cx="2297657" cy="437033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3C3B6426-6F38-8CFE-74FF-5A5CBF9F9D4A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778C35F-9DB3-A0EE-C89E-38E7851C98AE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E25FC236-40C6-0C9A-A90B-552FD4CEED32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459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39950</TotalTime>
  <Words>231</Words>
  <Application>Microsoft Office PowerPoint</Application>
  <PresentationFormat>A4 (210 x 297 mm)</PresentationFormat>
  <Paragraphs>49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475</cp:revision>
  <cp:lastPrinted>2025-09-30T22:19:02Z</cp:lastPrinted>
  <dcterms:created xsi:type="dcterms:W3CDTF">2021-04-21T14:50:50Z</dcterms:created>
  <dcterms:modified xsi:type="dcterms:W3CDTF">2026-03-05T19:06:48Z</dcterms:modified>
</cp:coreProperties>
</file>