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/>
              <a:t>DE ACTUALIZACIÓN </a:t>
            </a:r>
            <a:r>
              <a:rPr lang="es-PE" b="1" dirty="0"/>
              <a:t>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270354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199</Words>
  <Application>Microsoft Office PowerPoint</Application>
  <PresentationFormat>A4 (210 x 297 mm)</PresentationFormat>
  <Paragraphs>45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476</cp:revision>
  <cp:lastPrinted>2025-09-30T22:19:02Z</cp:lastPrinted>
  <dcterms:created xsi:type="dcterms:W3CDTF">2021-04-21T14:50:50Z</dcterms:created>
  <dcterms:modified xsi:type="dcterms:W3CDTF">2026-02-15T18:02:09Z</dcterms:modified>
</cp:coreProperties>
</file>