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26" y="946609"/>
            <a:ext cx="3551656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019286" y="680869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4252904" y="1340914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493035" y="155695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-90772" y="1962231"/>
            <a:ext cx="10087570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b="1" dirty="0"/>
              <a:t>Por haber culminado satisfactoriamente el CURSO </a:t>
            </a:r>
          </a:p>
          <a:p>
            <a:pPr algn="ctr"/>
            <a:r>
              <a:rPr lang="es-PE" b="1" dirty="0"/>
              <a:t>DE CAPACITACIÓN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5752362" y="4270354"/>
            <a:ext cx="362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PE" b="1" dirty="0"/>
              <a:t>Trujillo, {{FECHA_EMISION_LARGA}}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ADDE962-DAB0-E96E-16F6-A0ACA884F653}"/>
              </a:ext>
            </a:extLst>
          </p:cNvPr>
          <p:cNvGrpSpPr/>
          <p:nvPr/>
        </p:nvGrpSpPr>
        <p:grpSpPr>
          <a:xfrm>
            <a:off x="2051259" y="5734670"/>
            <a:ext cx="6216028" cy="737099"/>
            <a:chOff x="2051259" y="5734670"/>
            <a:chExt cx="6216028" cy="737099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310610E-EE62-5F79-54D7-B7715D5CEF0D}"/>
                </a:ext>
              </a:extLst>
            </p:cNvPr>
            <p:cNvSpPr txBox="1"/>
            <p:nvPr/>
          </p:nvSpPr>
          <p:spPr>
            <a:xfrm>
              <a:off x="2051259" y="6018720"/>
              <a:ext cx="258105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DECANO REGIONAL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0522A33-0335-DECF-9B40-D8645FD4D737}"/>
                </a:ext>
              </a:extLst>
            </p:cNvPr>
            <p:cNvSpPr txBox="1"/>
            <p:nvPr/>
          </p:nvSpPr>
          <p:spPr>
            <a:xfrm>
              <a:off x="2183349" y="5734670"/>
              <a:ext cx="2329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HANNOWER VELA VASQUEZ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6CA9E09-4D7B-24B6-7656-C9E85547A554}"/>
                </a:ext>
              </a:extLst>
            </p:cNvPr>
            <p:cNvCxnSpPr/>
            <p:nvPr/>
          </p:nvCxnSpPr>
          <p:spPr>
            <a:xfrm>
              <a:off x="2132246" y="5754753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AA7070A-6171-9F3F-0547-3E100A7CB17B}"/>
                </a:ext>
              </a:extLst>
            </p:cNvPr>
            <p:cNvSpPr txBox="1"/>
            <p:nvPr/>
          </p:nvSpPr>
          <p:spPr>
            <a:xfrm>
              <a:off x="5686230" y="5987021"/>
              <a:ext cx="2581057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GERENTE GENERAL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INSTITUCIÓN EDUCATIVA ACADÉMICA Y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SOCIAL BERLIN SRL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416E7E4-7F8B-0061-6819-F814121DE47C}"/>
                </a:ext>
              </a:extLst>
            </p:cNvPr>
            <p:cNvSpPr txBox="1"/>
            <p:nvPr/>
          </p:nvSpPr>
          <p:spPr>
            <a:xfrm>
              <a:off x="6049512" y="5773608"/>
              <a:ext cx="1830950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SEGUNDO QUIÑONEZ MENDEZ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9B66AD9-9651-EC86-552A-00CDA3DECEA3}"/>
                </a:ext>
              </a:extLst>
            </p:cNvPr>
            <p:cNvCxnSpPr/>
            <p:nvPr/>
          </p:nvCxnSpPr>
          <p:spPr>
            <a:xfrm>
              <a:off x="5767217" y="5753060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3FC34F66-44CC-2288-42AF-06AD5D4D1E1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050099" y="5314559"/>
            <a:ext cx="3365495" cy="13142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5579E0D-4E75-0188-715B-6A2A897B4B9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774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08" y="946609"/>
            <a:ext cx="3413074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282173"/>
              </p:ext>
            </p:extLst>
          </p:nvPr>
        </p:nvGraphicFramePr>
        <p:xfrm>
          <a:off x="227269" y="2467252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049798"/>
              </p:ext>
            </p:extLst>
          </p:nvPr>
        </p:nvGraphicFramePr>
        <p:xfrm>
          <a:off x="227269" y="4465779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/>
        </p:nvGraphicFramePr>
        <p:xfrm>
          <a:off x="3203501" y="1539657"/>
          <a:ext cx="6412523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12523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939982"/>
              </p:ext>
            </p:extLst>
          </p:nvPr>
        </p:nvGraphicFramePr>
        <p:xfrm>
          <a:off x="3203502" y="1974652"/>
          <a:ext cx="6412523" cy="14927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7389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545134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B7EE0B6-B919-423B-6A1B-5DB7F9F6C8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74"/>
          <a:stretch/>
        </p:blipFill>
        <p:spPr>
          <a:xfrm>
            <a:off x="1486822" y="3957005"/>
            <a:ext cx="455266" cy="30881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85E0D12-7AAE-301C-8B48-6FE48D0B69EE}"/>
              </a:ext>
            </a:extLst>
          </p:cNvPr>
          <p:cNvSpPr txBox="1"/>
          <p:nvPr/>
        </p:nvSpPr>
        <p:spPr>
          <a:xfrm>
            <a:off x="1113988" y="5089855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210459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39946</TotalTime>
  <Words>199</Words>
  <Application>Microsoft Office PowerPoint</Application>
  <PresentationFormat>A4 (210 x 297 mm)</PresentationFormat>
  <Paragraphs>45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475</cp:revision>
  <cp:lastPrinted>2025-09-30T22:19:02Z</cp:lastPrinted>
  <dcterms:created xsi:type="dcterms:W3CDTF">2021-04-21T14:50:50Z</dcterms:created>
  <dcterms:modified xsi:type="dcterms:W3CDTF">2026-02-15T17:58:35Z</dcterms:modified>
</cp:coreProperties>
</file>