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77B6AB-6EEB-4970-A0D5-0F117BB6E0B8}" v="4" dt="2025-10-06T22:26:46.938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>
        <p:scale>
          <a:sx n="125" d="100"/>
          <a:sy n="125" d="100"/>
        </p:scale>
        <p:origin x="-130" y="-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delSld modSld">
      <pc:chgData name="Benjamín de Jesús Cueva Niño de Guzmán" userId="56da303013910523" providerId="LiveId" clId="{532B7A48-8887-4F62-9537-0BA1FAE83637}" dt="2025-10-06T22:26:47.677" v="84" actId="47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5-10-06T22:26:47.677" v="84" actId="478"/>
        <pc:sldMkLst>
          <pc:docMk/>
          <pc:sldMk cId="3047749852" sldId="264"/>
        </pc:sldMkLst>
        <pc:spChg chg="mod">
          <ac:chgData name="Benjamín de Jesús Cueva Niño de Guzmán" userId="56da303013910523" providerId="LiveId" clId="{532B7A48-8887-4F62-9537-0BA1FAE83637}" dt="2025-10-06T21:40:58.914" v="24" actId="12788"/>
          <ac:spMkLst>
            <pc:docMk/>
            <pc:sldMk cId="3047749852" sldId="264"/>
            <ac:spMk id="14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5-10-06T21:41:07.482" v="27" actId="122"/>
          <ac:spMkLst>
            <pc:docMk/>
            <pc:sldMk cId="3047749852" sldId="264"/>
            <ac:spMk id="15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5-10-06T21:41:11.930" v="28" actId="12788"/>
          <ac:spMkLst>
            <pc:docMk/>
            <pc:sldMk cId="3047749852" sldId="264"/>
            <ac:spMk id="16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5-10-06T21:42:29.731" v="71" actId="20577"/>
          <ac:spMkLst>
            <pc:docMk/>
            <pc:sldMk cId="3047749852" sldId="264"/>
            <ac:spMk id="17" creationId="{00000000-0000-0000-0000-000000000000}"/>
          </ac:spMkLst>
        </pc:spChg>
        <pc:picChg chg="add del">
          <ac:chgData name="Benjamín de Jesús Cueva Niño de Guzmán" userId="56da303013910523" providerId="LiveId" clId="{532B7A48-8887-4F62-9537-0BA1FAE83637}" dt="2025-10-06T22:26:47.266" v="83" actId="478"/>
          <ac:picMkLst>
            <pc:docMk/>
            <pc:sldMk cId="3047749852" sldId="264"/>
            <ac:picMk id="20" creationId="{2A58D08C-5987-F518-DED7-3FFEAE982996}"/>
          </ac:picMkLst>
        </pc:picChg>
        <pc:picChg chg="add del">
          <ac:chgData name="Benjamín de Jesús Cueva Niño de Guzmán" userId="56da303013910523" providerId="LiveId" clId="{532B7A48-8887-4F62-9537-0BA1FAE83637}" dt="2025-10-06T22:26:47.677" v="84" actId="478"/>
          <ac:picMkLst>
            <pc:docMk/>
            <pc:sldMk cId="3047749852" sldId="264"/>
            <ac:picMk id="21" creationId="{2134BA70-53C9-CA9E-7E80-5BC479ADAB4D}"/>
          </ac:picMkLst>
        </pc:picChg>
      </pc:sldChg>
      <pc:sldChg chg="addSp delSp modSp mod">
        <pc:chgData name="Benjamín de Jesús Cueva Niño de Guzmán" userId="56da303013910523" providerId="LiveId" clId="{532B7A48-8887-4F62-9537-0BA1FAE83637}" dt="2025-10-06T22:26:46.938" v="82"/>
        <pc:sldMkLst>
          <pc:docMk/>
          <pc:sldMk cId="1210459346" sldId="265"/>
        </pc:sldMkLst>
        <pc:graphicFrameChg chg="modGraphic">
          <ac:chgData name="Benjamín de Jesús Cueva Niño de Guzmán" userId="56da303013910523" providerId="LiveId" clId="{532B7A48-8887-4F62-9537-0BA1FAE83637}" dt="2025-10-06T21:42:09.370" v="64" actId="20577"/>
          <ac:graphicFrameMkLst>
            <pc:docMk/>
            <pc:sldMk cId="1210459346" sldId="265"/>
            <ac:graphicFrameMk id="20" creationId="{00000000-0000-0000-0000-000000000000}"/>
          </ac:graphicFrameMkLst>
        </pc:graphicFrameChg>
        <pc:picChg chg="del">
          <ac:chgData name="Benjamín de Jesús Cueva Niño de Guzmán" userId="56da303013910523" providerId="LiveId" clId="{532B7A48-8887-4F62-9537-0BA1FAE83637}" dt="2025-10-06T21:40:42.598" v="4" actId="478"/>
          <ac:picMkLst>
            <pc:docMk/>
            <pc:sldMk cId="1210459346" sldId="265"/>
            <ac:picMk id="3" creationId="{DD8E373B-7AB0-4152-1FF0-C517549F3ACF}"/>
          </ac:picMkLst>
        </pc:picChg>
        <pc:picChg chg="add mod">
          <ac:chgData name="Benjamín de Jesús Cueva Niño de Guzmán" userId="56da303013910523" providerId="LiveId" clId="{532B7A48-8887-4F62-9537-0BA1FAE83637}" dt="2025-10-06T21:43:11.814" v="77" actId="1076"/>
          <ac:picMkLst>
            <pc:docMk/>
            <pc:sldMk cId="1210459346" sldId="265"/>
            <ac:picMk id="4" creationId="{3C4FF1E3-9BA5-0839-9248-762A21D8FB4F}"/>
          </ac:picMkLst>
        </pc:picChg>
        <pc:picChg chg="add del">
          <ac:chgData name="Benjamín de Jesús Cueva Niño de Guzmán" userId="56da303013910523" providerId="LiveId" clId="{532B7A48-8887-4F62-9537-0BA1FAE83637}" dt="2025-10-06T22:26:46.938" v="82"/>
          <ac:picMkLst>
            <pc:docMk/>
            <pc:sldMk cId="1210459346" sldId="265"/>
            <ac:picMk id="13" creationId="{00000000-0000-0000-0000-000000000000}"/>
          </ac:picMkLst>
        </pc:picChg>
      </pc:sldChg>
      <pc:sldChg chg="del">
        <pc:chgData name="Benjamín de Jesús Cueva Niño de Guzmán" userId="56da303013910523" providerId="LiveId" clId="{532B7A48-8887-4F62-9537-0BA1FAE83637}" dt="2025-10-06T21:40:40.095" v="2" actId="47"/>
        <pc:sldMkLst>
          <pc:docMk/>
          <pc:sldMk cId="1908454862" sldId="266"/>
        </pc:sldMkLst>
      </pc:sldChg>
      <pc:sldChg chg="del">
        <pc:chgData name="Benjamín de Jesús Cueva Niño de Guzmán" userId="56da303013910523" providerId="LiveId" clId="{532B7A48-8887-4F62-9537-0BA1FAE83637}" dt="2025-10-06T21:40:40.606" v="3" actId="47"/>
        <pc:sldMkLst>
          <pc:docMk/>
          <pc:sldMk cId="2922880924" sldId="267"/>
        </pc:sldMkLst>
      </pc:sldChg>
      <pc:sldChg chg="del">
        <pc:chgData name="Benjamín de Jesús Cueva Niño de Guzmán" userId="56da303013910523" providerId="LiveId" clId="{532B7A48-8887-4F62-9537-0BA1FAE83637}" dt="2025-10-06T21:40:39.729" v="0" actId="47"/>
        <pc:sldMkLst>
          <pc:docMk/>
          <pc:sldMk cId="219967043" sldId="268"/>
        </pc:sldMkLst>
      </pc:sldChg>
      <pc:sldChg chg="del">
        <pc:chgData name="Benjamín de Jesús Cueva Niño de Guzmán" userId="56da303013910523" providerId="LiveId" clId="{532B7A48-8887-4F62-9537-0BA1FAE83637}" dt="2025-10-06T21:40:39.945" v="1" actId="47"/>
        <pc:sldMkLst>
          <pc:docMk/>
          <pc:sldMk cId="2902788057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14/02/2026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26" y="946609"/>
            <a:ext cx="3551656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339417" y="680869"/>
            <a:ext cx="32271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DIPLOMADO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4252904" y="1340914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493037" y="155695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-90776" y="1962231"/>
            <a:ext cx="10087570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b="1" dirty="0"/>
              <a:t>Por haber culminado satisfactoriamente el DIPLOMADO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</a:t>
            </a:r>
            <a:r>
              <a:rPr lang="es-ES" sz="2800">
                <a:latin typeface="Britannic Bold" panose="020B0903060703020204" pitchFamily="34" charset="0"/>
              </a:rPr>
              <a:t>{{TEMA_DIPLOMADO}}</a:t>
            </a:r>
            <a:r>
              <a:rPr lang="es-PE" sz="2800">
                <a:latin typeface="Britannic Bold" panose="020B0903060703020204" pitchFamily="34" charset="0"/>
              </a:rPr>
              <a:t>”</a:t>
            </a:r>
            <a:endParaRPr lang="es-PE" sz="2800" dirty="0">
              <a:latin typeface="Britannic Bold" panose="020B0903060703020204" pitchFamily="34" charset="0"/>
            </a:endParaRP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Diplomado,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5752362" y="4037084"/>
            <a:ext cx="362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PE" b="1" dirty="0"/>
              <a:t>Trujillo, {{FECHA_EMISION_LARGA}}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ADDE962-DAB0-E96E-16F6-A0ACA884F653}"/>
              </a:ext>
            </a:extLst>
          </p:cNvPr>
          <p:cNvGrpSpPr/>
          <p:nvPr/>
        </p:nvGrpSpPr>
        <p:grpSpPr>
          <a:xfrm>
            <a:off x="2051259" y="5734670"/>
            <a:ext cx="6216028" cy="737099"/>
            <a:chOff x="2051259" y="5734670"/>
            <a:chExt cx="6216028" cy="737099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310610E-EE62-5F79-54D7-B7715D5CEF0D}"/>
                </a:ext>
              </a:extLst>
            </p:cNvPr>
            <p:cNvSpPr txBox="1"/>
            <p:nvPr/>
          </p:nvSpPr>
          <p:spPr>
            <a:xfrm>
              <a:off x="2051259" y="6018720"/>
              <a:ext cx="2581057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DECANO REGIONAL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0522A33-0335-DECF-9B40-D8645FD4D737}"/>
                </a:ext>
              </a:extLst>
            </p:cNvPr>
            <p:cNvSpPr txBox="1"/>
            <p:nvPr/>
          </p:nvSpPr>
          <p:spPr>
            <a:xfrm>
              <a:off x="2183349" y="5734670"/>
              <a:ext cx="23299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HANNOWER VELA VASQUEZ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6CA9E09-4D7B-24B6-7656-C9E85547A554}"/>
                </a:ext>
              </a:extLst>
            </p:cNvPr>
            <p:cNvCxnSpPr/>
            <p:nvPr/>
          </p:nvCxnSpPr>
          <p:spPr>
            <a:xfrm>
              <a:off x="2132246" y="5754753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0AA7070A-6171-9F3F-0547-3E100A7CB17B}"/>
                </a:ext>
              </a:extLst>
            </p:cNvPr>
            <p:cNvSpPr txBox="1"/>
            <p:nvPr/>
          </p:nvSpPr>
          <p:spPr>
            <a:xfrm>
              <a:off x="5686230" y="5987021"/>
              <a:ext cx="2581057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GERENTE GENERAL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INSTITUCIÓN EDUCATIVA ACADÉMICA Y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SOCIAL BERLIN SRL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416E7E4-7F8B-0061-6819-F814121DE47C}"/>
                </a:ext>
              </a:extLst>
            </p:cNvPr>
            <p:cNvSpPr txBox="1"/>
            <p:nvPr/>
          </p:nvSpPr>
          <p:spPr>
            <a:xfrm>
              <a:off x="6049512" y="5773608"/>
              <a:ext cx="1830950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SEGUNDO QUIÑONEZ MENDEZ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9B66AD9-9651-EC86-552A-00CDA3DECEA3}"/>
                </a:ext>
              </a:extLst>
            </p:cNvPr>
            <p:cNvCxnSpPr/>
            <p:nvPr/>
          </p:nvCxnSpPr>
          <p:spPr>
            <a:xfrm>
              <a:off x="5767217" y="5753060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2A58D08C-5987-F518-DED7-3FFEAE98299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050099" y="5314559"/>
            <a:ext cx="3365495" cy="131424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134BA70-53C9-CA9E-7E80-5BC479ADAB4D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4774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08" y="946609"/>
            <a:ext cx="3413074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387483"/>
              </p:ext>
            </p:extLst>
          </p:nvPr>
        </p:nvGraphicFramePr>
        <p:xfrm>
          <a:off x="227269" y="2467252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533351"/>
              </p:ext>
            </p:extLst>
          </p:nvPr>
        </p:nvGraphicFramePr>
        <p:xfrm>
          <a:off x="227269" y="4465779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18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5"/>
          <a:srcRect b="6974"/>
          <a:stretch/>
        </p:blipFill>
        <p:spPr>
          <a:xfrm>
            <a:off x="1486822" y="3957005"/>
            <a:ext cx="455266" cy="308814"/>
          </a:xfrm>
          <a:prstGeom prst="rect">
            <a:avLst/>
          </a:prstGeom>
        </p:spPr>
      </p:pic>
      <p:graphicFrame>
        <p:nvGraphicFramePr>
          <p:cNvPr id="24" name="Tabla 23"/>
          <p:cNvGraphicFramePr>
            <a:graphicFrameLocks noGrp="1"/>
          </p:cNvGraphicFramePr>
          <p:nvPr/>
        </p:nvGraphicFramePr>
        <p:xfrm>
          <a:off x="3203501" y="1539657"/>
          <a:ext cx="6412523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12523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015678"/>
              </p:ext>
            </p:extLst>
          </p:nvPr>
        </p:nvGraphicFramePr>
        <p:xfrm>
          <a:off x="3203502" y="1974652"/>
          <a:ext cx="6412523" cy="230051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7389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545134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920499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VIII</a:t>
                      </a:r>
                      <a:endParaRPr lang="en-US" sz="11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710864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178E3961-60A7-1C36-E03E-4646CB1C0916}"/>
              </a:ext>
            </a:extLst>
          </p:cNvPr>
          <p:cNvSpPr txBox="1"/>
          <p:nvPr/>
        </p:nvSpPr>
        <p:spPr>
          <a:xfrm>
            <a:off x="1113988" y="5089855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1210459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39945</TotalTime>
  <Words>220</Words>
  <Application>Microsoft Office PowerPoint</Application>
  <PresentationFormat>A4 (210 x 297 mm)</PresentationFormat>
  <Paragraphs>50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471</cp:revision>
  <cp:lastPrinted>2025-10-06T22:25:57Z</cp:lastPrinted>
  <dcterms:created xsi:type="dcterms:W3CDTF">2021-04-21T14:50:50Z</dcterms:created>
  <dcterms:modified xsi:type="dcterms:W3CDTF">2026-02-14T19:55:00Z</dcterms:modified>
</cp:coreProperties>
</file>