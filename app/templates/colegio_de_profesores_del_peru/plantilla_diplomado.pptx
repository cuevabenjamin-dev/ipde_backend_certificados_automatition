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B6F21A-892C-4309-8A28-9E6D9ED13969}" v="3" dt="2026-03-05T18:16:28.884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delSld modSld">
      <pc:chgData name="Benjamín de Jesús Cueva Niño de Guzmán" userId="56da303013910523" providerId="LiveId" clId="{532B7A48-8887-4F62-9537-0BA1FAE83637}" dt="2026-03-05T19:04:53.194" v="183" actId="20577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15:32.028" v="161" actId="20577"/>
        <pc:sldMkLst>
          <pc:docMk/>
          <pc:sldMk cId="3047749852" sldId="264"/>
        </pc:sldMkLst>
        <pc:spChg chg="add mod">
          <ac:chgData name="Benjamín de Jesús Cueva Niño de Guzmán" userId="56da303013910523" providerId="LiveId" clId="{532B7A48-8887-4F62-9537-0BA1FAE83637}" dt="2026-03-05T18:15:32.028" v="161" actId="20577"/>
          <ac:spMkLst>
            <pc:docMk/>
            <pc:sldMk cId="3047749852" sldId="264"/>
            <ac:spMk id="4" creationId="{91468E08-D168-2D8A-4D9C-44633D83D5CD}"/>
          </ac:spMkLst>
        </pc:spChg>
        <pc:spChg chg="del mod">
          <ac:chgData name="Benjamín de Jesús Cueva Niño de Guzmán" userId="56da303013910523" providerId="LiveId" clId="{532B7A48-8887-4F62-9537-0BA1FAE83637}" dt="2026-03-05T18:13:20.927" v="104" actId="478"/>
          <ac:spMkLst>
            <pc:docMk/>
            <pc:sldMk cId="3047749852" sldId="264"/>
            <ac:spMk id="17" creationId="{00000000-0000-0000-0000-000000000000}"/>
          </ac:spMkLst>
        </pc:spChg>
        <pc:spChg chg="del">
          <ac:chgData name="Benjamín de Jesús Cueva Niño de Guzmán" userId="56da303013910523" providerId="LiveId" clId="{532B7A48-8887-4F62-9537-0BA1FAE83637}" dt="2026-03-05T18:13:20.927" v="104" actId="478"/>
          <ac:spMkLst>
            <pc:docMk/>
            <pc:sldMk cId="3047749852" sldId="264"/>
            <ac:spMk id="18" creationId="{00000000-0000-0000-0000-000000000000}"/>
          </ac:spMkLst>
        </pc:spChg>
      </pc:sldChg>
      <pc:sldChg chg="addSp delSp modSp mod">
        <pc:chgData name="Benjamín de Jesús Cueva Niño de Guzmán" userId="56da303013910523" providerId="LiveId" clId="{532B7A48-8887-4F62-9537-0BA1FAE83637}" dt="2026-03-05T19:04:53.194" v="183" actId="20577"/>
        <pc:sldMkLst>
          <pc:docMk/>
          <pc:sldMk cId="1210459346" sldId="265"/>
        </pc:sldMkLst>
        <pc:spChg chg="del">
          <ac:chgData name="Benjamín de Jesús Cueva Niño de Guzmán" userId="56da303013910523" providerId="LiveId" clId="{532B7A48-8887-4F62-9537-0BA1FAE83637}" dt="2026-03-05T18:16:28.624" v="162" actId="478"/>
          <ac:spMkLst>
            <pc:docMk/>
            <pc:sldMk cId="1210459346" sldId="265"/>
            <ac:spMk id="2" creationId="{178E3961-60A7-1C36-E03E-4646CB1C0916}"/>
          </ac:spMkLst>
        </pc:spChg>
        <pc:spChg chg="mod">
          <ac:chgData name="Benjamín de Jesús Cueva Niño de Guzmán" userId="56da303013910523" providerId="LiveId" clId="{532B7A48-8887-4F62-9537-0BA1FAE83637}" dt="2026-03-02T15:11:57.062" v="85"/>
          <ac:spMkLst>
            <pc:docMk/>
            <pc:sldMk cId="1210459346" sldId="265"/>
            <ac:spMk id="4" creationId="{BD1DCD1A-7261-AC6D-14D6-5DB8805921C6}"/>
          </ac:spMkLst>
        </pc:spChg>
        <pc:spChg chg="mod">
          <ac:chgData name="Benjamín de Jesús Cueva Niño de Guzmán" userId="56da303013910523" providerId="LiveId" clId="{532B7A48-8887-4F62-9537-0BA1FAE83637}" dt="2026-03-02T15:11:57.062" v="85"/>
          <ac:spMkLst>
            <pc:docMk/>
            <pc:sldMk cId="1210459346" sldId="265"/>
            <ac:spMk id="5" creationId="{E24B3D58-1579-F0B4-D6F4-46CD620672E8}"/>
          </ac:spMkLst>
        </pc:spChg>
        <pc:spChg chg="add mod">
          <ac:chgData name="Benjamín de Jesús Cueva Niño de Guzmán" userId="56da303013910523" providerId="LiveId" clId="{532B7A48-8887-4F62-9537-0BA1FAE83637}" dt="2026-03-05T19:04:53.194" v="183" actId="20577"/>
          <ac:spMkLst>
            <pc:docMk/>
            <pc:sldMk cId="1210459346" sldId="265"/>
            <ac:spMk id="7" creationId="{49081ECD-688F-63BB-9F1C-083B9BA30561}"/>
          </ac:spMkLst>
        </pc:spChg>
        <pc:spChg chg="add mod">
          <ac:chgData name="Benjamín de Jesús Cueva Niño de Guzmán" userId="56da303013910523" providerId="LiveId" clId="{532B7A48-8887-4F62-9537-0BA1FAE83637}" dt="2026-03-05T18:16:28.884" v="163"/>
          <ac:spMkLst>
            <pc:docMk/>
            <pc:sldMk cId="1210459346" sldId="265"/>
            <ac:spMk id="11" creationId="{997C7E4E-A591-2452-95CB-B72A3D514D27}"/>
          </ac:spMkLst>
        </pc:spChg>
        <pc:grpChg chg="add mod">
          <ac:chgData name="Benjamín de Jesús Cueva Niño de Guzmán" userId="56da303013910523" providerId="LiveId" clId="{532B7A48-8887-4F62-9537-0BA1FAE83637}" dt="2026-03-02T15:11:57.062" v="85"/>
          <ac:grpSpMkLst>
            <pc:docMk/>
            <pc:sldMk cId="1210459346" sldId="265"/>
            <ac:grpSpMk id="3" creationId="{88C0BA8B-4E11-B12F-E807-4C72E622D916}"/>
          </ac:grpSpMkLst>
        </pc:grpChg>
        <pc:graphicFrameChg chg="add mod">
          <ac:chgData name="Benjamín de Jesús Cueva Niño de Guzmán" userId="56da303013910523" providerId="LiveId" clId="{532B7A48-8887-4F62-9537-0BA1FAE83637}" dt="2026-03-05T18:16:28.884" v="163"/>
          <ac:graphicFrameMkLst>
            <pc:docMk/>
            <pc:sldMk cId="1210459346" sldId="265"/>
            <ac:graphicFrameMk id="8" creationId="{11C258F6-7FFA-C757-36C8-C582C2743C3E}"/>
          </ac:graphicFrameMkLst>
        </pc:graphicFrameChg>
        <pc:graphicFrameChg chg="add mod">
          <ac:chgData name="Benjamín de Jesús Cueva Niño de Guzmán" userId="56da303013910523" providerId="LiveId" clId="{532B7A48-8887-4F62-9537-0BA1FAE83637}" dt="2026-03-05T18:16:28.884" v="163"/>
          <ac:graphicFrameMkLst>
            <pc:docMk/>
            <pc:sldMk cId="1210459346" sldId="265"/>
            <ac:graphicFrameMk id="9" creationId="{A798186E-09A5-8967-890F-37006A1DA78F}"/>
          </ac:graphicFrameMkLst>
        </pc:graphicFrameChg>
        <pc:graphicFrameChg chg="del">
          <ac:chgData name="Benjamín de Jesús Cueva Niño de Guzmán" userId="56da303013910523" providerId="LiveId" clId="{532B7A48-8887-4F62-9537-0BA1FAE83637}" dt="2026-03-05T18:16:28.624" v="162" actId="478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del">
          <ac:chgData name="Benjamín de Jesús Cueva Niño de Guzmán" userId="56da303013910523" providerId="LiveId" clId="{532B7A48-8887-4F62-9537-0BA1FAE83637}" dt="2026-03-05T18:16:28.624" v="162" actId="478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Graphic">
          <ac:chgData name="Benjamín de Jesús Cueva Niño de Guzmán" userId="56da303013910523" providerId="LiveId" clId="{532B7A48-8887-4F62-9537-0BA1FAE83637}" dt="2026-03-05T18:13:28.875" v="105" actId="255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add mod">
          <ac:chgData name="Benjamín de Jesús Cueva Niño de Guzmán" userId="56da303013910523" providerId="LiveId" clId="{532B7A48-8887-4F62-9537-0BA1FAE83637}" dt="2026-03-05T18:16:28.884" v="163"/>
          <ac:picMkLst>
            <pc:docMk/>
            <pc:sldMk cId="1210459346" sldId="265"/>
            <ac:picMk id="10" creationId="{579E5F8B-56D6-4B35-75E8-3B09CE3FCDF5}"/>
          </ac:picMkLst>
        </pc:picChg>
        <pc:picChg chg="del">
          <ac:chgData name="Benjamín de Jesús Cueva Niño de Guzmán" userId="56da303013910523" providerId="LiveId" clId="{532B7A48-8887-4F62-9537-0BA1FAE83637}" dt="2026-03-05T18:16:28.624" v="162" actId="478"/>
          <ac:picMkLst>
            <pc:docMk/>
            <pc:sldMk cId="1210459346" sldId="265"/>
            <ac:picMk id="13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especializacionvirtual.com/validar-certificado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339417" y="680869"/>
            <a:ext cx="32271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7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Imagen 19">
            <a:extLst>
              <a:ext uri="{FF2B5EF4-FFF2-40B4-BE49-F238E27FC236}">
                <a16:creationId xmlns:a16="http://schemas.microsoft.com/office/drawing/2014/main" id="{2A58D08C-5987-F518-DED7-3FFEAE98299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2134BA70-53C9-CA9E-7E80-5BC479ADAB4D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1468E08-D168-2D8A-4D9C-44633D83D5CD}"/>
              </a:ext>
            </a:extLst>
          </p:cNvPr>
          <p:cNvSpPr txBox="1"/>
          <p:nvPr/>
        </p:nvSpPr>
        <p:spPr>
          <a:xfrm>
            <a:off x="380775" y="1971560"/>
            <a:ext cx="9144451" cy="2523768"/>
          </a:xfrm>
          <a:prstGeom prst="rect">
            <a:avLst/>
          </a:prstGeom>
          <a:noFill/>
        </p:spPr>
        <p:txBody>
          <a:bodyPr wrap="square" rtlCol="0" anchor="t" anchorCtr="1">
            <a:spAutoFit/>
          </a:bodyPr>
          <a:lstStyle/>
          <a:p>
            <a:pPr algn="ctr"/>
            <a:r>
              <a:rPr lang="es-PE" b="1" dirty="0"/>
              <a:t>Por haber culminado satisfactoriamente el DIPLOMADO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Diplomado, otorgándole los 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  <a:p>
            <a:pPr algn="ctr"/>
            <a:endParaRPr lang="es-PE" sz="400" b="1" dirty="0"/>
          </a:p>
          <a:p>
            <a:pPr algn="r"/>
            <a:r>
              <a:rPr lang="es-PE" b="1" dirty="0"/>
              <a:t>Trujillo, {{FECHA_EMISION_LARGA}}</a:t>
            </a:r>
          </a:p>
        </p:txBody>
      </p:sp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3556200"/>
              </p:ext>
            </p:extLst>
          </p:nvPr>
        </p:nvGraphicFramePr>
        <p:xfrm>
          <a:off x="3203502" y="1974652"/>
          <a:ext cx="6412523" cy="227003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4920499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95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6710864"/>
                  </a:ext>
                </a:extLst>
              </a:tr>
            </a:tbl>
          </a:graphicData>
        </a:graphic>
      </p:graphicFrame>
      <p:grpSp>
        <p:nvGrpSpPr>
          <p:cNvPr id="3" name="Grupo 2">
            <a:extLst>
              <a:ext uri="{FF2B5EF4-FFF2-40B4-BE49-F238E27FC236}">
                <a16:creationId xmlns:a16="http://schemas.microsoft.com/office/drawing/2014/main" id="{88C0BA8B-4E11-B12F-E807-4C72E622D916}"/>
              </a:ext>
            </a:extLst>
          </p:cNvPr>
          <p:cNvGrpSpPr/>
          <p:nvPr/>
        </p:nvGrpSpPr>
        <p:grpSpPr>
          <a:xfrm>
            <a:off x="611025" y="6108603"/>
            <a:ext cx="2297657" cy="437033"/>
            <a:chOff x="4281274" y="8807352"/>
            <a:chExt cx="2297657" cy="437033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D1DCD1A-7261-AC6D-14D6-5DB8805921C6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E24B3D58-1579-F0B4-D6F4-46CD620672E8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5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7" name="Rectángulo 6">
            <a:extLst>
              <a:ext uri="{FF2B5EF4-FFF2-40B4-BE49-F238E27FC236}">
                <a16:creationId xmlns:a16="http://schemas.microsoft.com/office/drawing/2014/main" id="{49081ECD-688F-63BB-9F1C-083B9BA30561}"/>
              </a:ext>
            </a:extLst>
          </p:cNvPr>
          <p:cNvSpPr/>
          <p:nvPr/>
        </p:nvSpPr>
        <p:spPr>
          <a:xfrm>
            <a:off x="684240" y="5727842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algn="ctr">
              <a:spcBef>
                <a:spcPts val="59"/>
              </a:spcBef>
            </a:pPr>
            <a:r>
              <a:rPr lang="en-US" sz="8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11C258F6-7FFA-C757-36C8-C582C2743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099682"/>
              </p:ext>
            </p:extLst>
          </p:nvPr>
        </p:nvGraphicFramePr>
        <p:xfrm>
          <a:off x="227269" y="2243308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A798186E-09A5-8967-890F-37006A1DA7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15810"/>
              </p:ext>
            </p:extLst>
          </p:nvPr>
        </p:nvGraphicFramePr>
        <p:xfrm>
          <a:off x="227269" y="4241835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10" name="Imagen 9">
            <a:extLst>
              <a:ext uri="{FF2B5EF4-FFF2-40B4-BE49-F238E27FC236}">
                <a16:creationId xmlns:a16="http://schemas.microsoft.com/office/drawing/2014/main" id="{579E5F8B-56D6-4B35-75E8-3B09CE3FCDF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6974"/>
          <a:stretch/>
        </p:blipFill>
        <p:spPr>
          <a:xfrm>
            <a:off x="1486822" y="3733061"/>
            <a:ext cx="455266" cy="30881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97C7E4E-A591-2452-95CB-B72A3D514D27}"/>
              </a:ext>
            </a:extLst>
          </p:cNvPr>
          <p:cNvSpPr txBox="1"/>
          <p:nvPr/>
        </p:nvSpPr>
        <p:spPr>
          <a:xfrm>
            <a:off x="1255776" y="465923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39949</TotalTime>
  <Words>250</Words>
  <Application>Microsoft Office PowerPoint</Application>
  <PresentationFormat>A4 (210 x 297 mm)</PresentationFormat>
  <Paragraphs>54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471</cp:revision>
  <cp:lastPrinted>2025-10-06T22:25:57Z</cp:lastPrinted>
  <dcterms:created xsi:type="dcterms:W3CDTF">2021-04-21T14:50:50Z</dcterms:created>
  <dcterms:modified xsi:type="dcterms:W3CDTF">2026-03-05T19:04:54Z</dcterms:modified>
</cp:coreProperties>
</file>