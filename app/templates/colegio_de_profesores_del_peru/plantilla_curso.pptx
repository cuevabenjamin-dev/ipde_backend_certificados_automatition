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64" r:id="rId2"/>
    <p:sldId id="265" r:id="rId3"/>
  </p:sldIdLst>
  <p:sldSz cx="9906000" cy="6858000" type="A4"/>
  <p:notesSz cx="10021888" cy="6889750"/>
  <p:defaultTextStyle>
    <a:defPPr>
      <a:defRPr lang="es-P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7F2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B1C1687-3DE5-41DD-BCAF-7047FA8AFB9A}" v="4" dt="2026-03-05T19:06:30.414"/>
  </p1510:revLst>
</p1510:revInfo>
</file>

<file path=ppt/tableStyles.xml><?xml version="1.0" encoding="utf-8"?>
<a:tblStyleLst xmlns:a="http://schemas.openxmlformats.org/drawingml/2006/main" def="{5C22544A-7EE6-4342-B048-85BDC9FD1C3A}">
  <a:tblStyle styleId="{D7AC3CCA-C797-4891-BE02-D94E43425B78}" styleName="Estilo medio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 w="12700" cmpd="sng">
              <a:solidFill>
                <a:schemeClr val="dk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dk1"/>
              </a:solidFill>
            </a:ln>
          </a:top>
        </a:tcBdr>
        <a:fill>
          <a:solidFill>
            <a:schemeClr val="dk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dk1">
              <a:tint val="20000"/>
            </a:schemeClr>
          </a:solidFill>
        </a:fill>
      </a:tcStyle>
    </a:firstRow>
  </a:tblStyle>
  <a:tblStyle styleId="{F5AB1C69-6EDB-4FF4-983F-18BD219EF322}" styleName="Estilo medio 2 - Énfasis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040" autoAdjust="0"/>
    <p:restoredTop sz="94660"/>
  </p:normalViewPr>
  <p:slideViewPr>
    <p:cSldViewPr snapToGrid="0">
      <p:cViewPr varScale="1">
        <p:scale>
          <a:sx n="82" d="100"/>
          <a:sy n="82" d="100"/>
        </p:scale>
        <p:origin x="1214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Benjamín de Jesús Cueva Niño de Guzmán" userId="56da303013910523" providerId="LiveId" clId="{532B7A48-8887-4F62-9537-0BA1FAE83637}"/>
    <pc:docChg chg="undo custSel addSld delSld modSld">
      <pc:chgData name="Benjamín de Jesús Cueva Niño de Guzmán" userId="56da303013910523" providerId="LiveId" clId="{532B7A48-8887-4F62-9537-0BA1FAE83637}" dt="2026-03-05T19:06:30.414" v="281"/>
      <pc:docMkLst>
        <pc:docMk/>
      </pc:docMkLst>
      <pc:sldChg chg="addSp delSp modSp mod">
        <pc:chgData name="Benjamín de Jesús Cueva Niño de Guzmán" userId="56da303013910523" providerId="LiveId" clId="{532B7A48-8887-4F62-9537-0BA1FAE83637}" dt="2026-03-05T18:18:01.977" v="274" actId="1035"/>
        <pc:sldMkLst>
          <pc:docMk/>
          <pc:sldMk cId="3047749852" sldId="264"/>
        </pc:sldMkLst>
        <pc:spChg chg="mod">
          <ac:chgData name="Benjamín de Jesús Cueva Niño de Guzmán" userId="56da303013910523" providerId="LiveId" clId="{532B7A48-8887-4F62-9537-0BA1FAE83637}" dt="2026-03-05T18:18:01.977" v="274" actId="1035"/>
          <ac:spMkLst>
            <pc:docMk/>
            <pc:sldMk cId="3047749852" sldId="264"/>
            <ac:spMk id="15" creationId="{00000000-0000-0000-0000-000000000000}"/>
          </ac:spMkLst>
        </pc:spChg>
        <pc:spChg chg="mod">
          <ac:chgData name="Benjamín de Jesús Cueva Niño de Guzmán" userId="56da303013910523" providerId="LiveId" clId="{532B7A48-8887-4F62-9537-0BA1FAE83637}" dt="2026-03-05T18:17:58.810" v="273" actId="1035"/>
          <ac:spMkLst>
            <pc:docMk/>
            <pc:sldMk cId="3047749852" sldId="264"/>
            <ac:spMk id="16" creationId="{00000000-0000-0000-0000-000000000000}"/>
          </ac:spMkLst>
        </pc:spChg>
        <pc:spChg chg="del mod">
          <ac:chgData name="Benjamín de Jesús Cueva Niño de Guzmán" userId="56da303013910523" providerId="LiveId" clId="{532B7A48-8887-4F62-9537-0BA1FAE83637}" dt="2026-03-05T18:17:25.279" v="219" actId="478"/>
          <ac:spMkLst>
            <pc:docMk/>
            <pc:sldMk cId="3047749852" sldId="264"/>
            <ac:spMk id="17" creationId="{00000000-0000-0000-0000-000000000000}"/>
          </ac:spMkLst>
        </pc:spChg>
        <pc:spChg chg="del">
          <ac:chgData name="Benjamín de Jesús Cueva Niño de Guzmán" userId="56da303013910523" providerId="LiveId" clId="{532B7A48-8887-4F62-9537-0BA1FAE83637}" dt="2026-03-05T18:17:25.279" v="219" actId="478"/>
          <ac:spMkLst>
            <pc:docMk/>
            <pc:sldMk cId="3047749852" sldId="264"/>
            <ac:spMk id="18" creationId="{00000000-0000-0000-0000-000000000000}"/>
          </ac:spMkLst>
        </pc:spChg>
        <pc:spChg chg="add mod">
          <ac:chgData name="Benjamín de Jesús Cueva Niño de Guzmán" userId="56da303013910523" providerId="LiveId" clId="{532B7A48-8887-4F62-9537-0BA1FAE83637}" dt="2026-03-05T18:17:58.810" v="273" actId="1035"/>
          <ac:spMkLst>
            <pc:docMk/>
            <pc:sldMk cId="3047749852" sldId="264"/>
            <ac:spMk id="20" creationId="{8DFE2F08-FDFA-2FA8-1BFD-5B1E6A5DBE7A}"/>
          </ac:spMkLst>
        </pc:spChg>
      </pc:sldChg>
      <pc:sldChg chg="addSp delSp modSp mod">
        <pc:chgData name="Benjamín de Jesús Cueva Niño de Guzmán" userId="56da303013910523" providerId="LiveId" clId="{532B7A48-8887-4F62-9537-0BA1FAE83637}" dt="2026-03-05T19:06:30.414" v="281"/>
        <pc:sldMkLst>
          <pc:docMk/>
          <pc:sldMk cId="1210459346" sldId="265"/>
        </pc:sldMkLst>
        <pc:spChg chg="add mod">
          <ac:chgData name="Benjamín de Jesús Cueva Niño de Guzmán" userId="56da303013910523" providerId="LiveId" clId="{532B7A48-8887-4F62-9537-0BA1FAE83637}" dt="2026-03-05T19:06:30.414" v="281"/>
          <ac:spMkLst>
            <pc:docMk/>
            <pc:sldMk cId="1210459346" sldId="265"/>
            <ac:spMk id="3" creationId="{31A2BAB6-DD06-AFB7-A779-64054FB1AAEC}"/>
          </ac:spMkLst>
        </pc:spChg>
        <pc:spChg chg="del">
          <ac:chgData name="Benjamín de Jesús Cueva Niño de Guzmán" userId="56da303013910523" providerId="LiveId" clId="{532B7A48-8887-4F62-9537-0BA1FAE83637}" dt="2026-03-05T18:18:13.031" v="275" actId="478"/>
          <ac:spMkLst>
            <pc:docMk/>
            <pc:sldMk cId="1210459346" sldId="265"/>
            <ac:spMk id="4" creationId="{385E0D12-7AAE-301C-8B48-6FE48D0B69EE}"/>
          </ac:spMkLst>
        </pc:spChg>
        <pc:spChg chg="mod">
          <ac:chgData name="Benjamín de Jesús Cueva Niño de Guzmán" userId="56da303013910523" providerId="LiveId" clId="{532B7A48-8887-4F62-9537-0BA1FAE83637}" dt="2026-03-02T15:14:43.634" v="209"/>
          <ac:spMkLst>
            <pc:docMk/>
            <pc:sldMk cId="1210459346" sldId="265"/>
            <ac:spMk id="5" creationId="{642AFA5E-411D-36E9-F3C9-5C13895B0119}"/>
          </ac:spMkLst>
        </pc:spChg>
        <pc:spChg chg="mod">
          <ac:chgData name="Benjamín de Jesús Cueva Niño de Guzmán" userId="56da303013910523" providerId="LiveId" clId="{532B7A48-8887-4F62-9537-0BA1FAE83637}" dt="2026-03-02T15:14:43.634" v="209"/>
          <ac:spMkLst>
            <pc:docMk/>
            <pc:sldMk cId="1210459346" sldId="265"/>
            <ac:spMk id="7" creationId="{B681738F-E09F-799A-2C96-1D1BD4FF4EB3}"/>
          </ac:spMkLst>
        </pc:spChg>
        <pc:spChg chg="add del mod">
          <ac:chgData name="Benjamín de Jesús Cueva Niño de Guzmán" userId="56da303013910523" providerId="LiveId" clId="{532B7A48-8887-4F62-9537-0BA1FAE83637}" dt="2026-03-05T19:06:30.110" v="280" actId="478"/>
          <ac:spMkLst>
            <pc:docMk/>
            <pc:sldMk cId="1210459346" sldId="265"/>
            <ac:spMk id="8" creationId="{91C54B64-D52E-06F8-300E-040E91457B08}"/>
          </ac:spMkLst>
        </pc:spChg>
        <pc:spChg chg="add mod">
          <ac:chgData name="Benjamín de Jesús Cueva Niño de Guzmán" userId="56da303013910523" providerId="LiveId" clId="{532B7A48-8887-4F62-9537-0BA1FAE83637}" dt="2026-03-05T18:18:17.181" v="276"/>
          <ac:spMkLst>
            <pc:docMk/>
            <pc:sldMk cId="1210459346" sldId="265"/>
            <ac:spMk id="13" creationId="{5AFDFDE8-80C6-7D39-B795-B36C64E8F5A2}"/>
          </ac:spMkLst>
        </pc:spChg>
        <pc:grpChg chg="add mod">
          <ac:chgData name="Benjamín de Jesús Cueva Niño de Guzmán" userId="56da303013910523" providerId="LiveId" clId="{532B7A48-8887-4F62-9537-0BA1FAE83637}" dt="2026-03-02T15:14:43.634" v="209"/>
          <ac:grpSpMkLst>
            <pc:docMk/>
            <pc:sldMk cId="1210459346" sldId="265"/>
            <ac:grpSpMk id="2" creationId="{312778E5-C5C3-1423-0514-C1DD238BD466}"/>
          </ac:grpSpMkLst>
        </pc:grpChg>
        <pc:graphicFrameChg chg="add mod">
          <ac:chgData name="Benjamín de Jesús Cueva Niño de Guzmán" userId="56da303013910523" providerId="LiveId" clId="{532B7A48-8887-4F62-9537-0BA1FAE83637}" dt="2026-03-05T18:18:17.181" v="276"/>
          <ac:graphicFrameMkLst>
            <pc:docMk/>
            <pc:sldMk cId="1210459346" sldId="265"/>
            <ac:graphicFrameMk id="9" creationId="{9A93C8F0-4882-DD02-EEEB-8F91FEBA43CD}"/>
          </ac:graphicFrameMkLst>
        </pc:graphicFrameChg>
        <pc:graphicFrameChg chg="add mod">
          <ac:chgData name="Benjamín de Jesús Cueva Niño de Guzmán" userId="56da303013910523" providerId="LiveId" clId="{532B7A48-8887-4F62-9537-0BA1FAE83637}" dt="2026-03-05T18:18:17.181" v="276"/>
          <ac:graphicFrameMkLst>
            <pc:docMk/>
            <pc:sldMk cId="1210459346" sldId="265"/>
            <ac:graphicFrameMk id="10" creationId="{F7E3DDC4-DC0E-989C-291E-FB7DFC1F9FC0}"/>
          </ac:graphicFrameMkLst>
        </pc:graphicFrameChg>
        <pc:graphicFrameChg chg="del">
          <ac:chgData name="Benjamín de Jesús Cueva Niño de Guzmán" userId="56da303013910523" providerId="LiveId" clId="{532B7A48-8887-4F62-9537-0BA1FAE83637}" dt="2026-03-05T18:18:13.031" v="275" actId="478"/>
          <ac:graphicFrameMkLst>
            <pc:docMk/>
            <pc:sldMk cId="1210459346" sldId="265"/>
            <ac:graphicFrameMk id="20" creationId="{00000000-0000-0000-0000-000000000000}"/>
          </ac:graphicFrameMkLst>
        </pc:graphicFrameChg>
        <pc:graphicFrameChg chg="del">
          <ac:chgData name="Benjamín de Jesús Cueva Niño de Guzmán" userId="56da303013910523" providerId="LiveId" clId="{532B7A48-8887-4F62-9537-0BA1FAE83637}" dt="2026-03-05T18:18:13.031" v="275" actId="478"/>
          <ac:graphicFrameMkLst>
            <pc:docMk/>
            <pc:sldMk cId="1210459346" sldId="265"/>
            <ac:graphicFrameMk id="21" creationId="{00000000-0000-0000-0000-000000000000}"/>
          </ac:graphicFrameMkLst>
        </pc:graphicFrameChg>
        <pc:graphicFrameChg chg="mod modGraphic">
          <ac:chgData name="Benjamín de Jesús Cueva Niño de Guzmán" userId="56da303013910523" providerId="LiveId" clId="{532B7A48-8887-4F62-9537-0BA1FAE83637}" dt="2026-03-05T18:18:21.404" v="279" actId="404"/>
          <ac:graphicFrameMkLst>
            <pc:docMk/>
            <pc:sldMk cId="1210459346" sldId="265"/>
            <ac:graphicFrameMk id="29" creationId="{00000000-0000-0000-0000-000000000000}"/>
          </ac:graphicFrameMkLst>
        </pc:graphicFrameChg>
        <pc:picChg chg="del">
          <ac:chgData name="Benjamín de Jesús Cueva Niño de Guzmán" userId="56da303013910523" providerId="LiveId" clId="{532B7A48-8887-4F62-9537-0BA1FAE83637}" dt="2026-03-05T18:18:13.031" v="275" actId="478"/>
          <ac:picMkLst>
            <pc:docMk/>
            <pc:sldMk cId="1210459346" sldId="265"/>
            <ac:picMk id="3" creationId="{AB7EE0B6-B919-423B-6A1B-5DB7F9F6C8DB}"/>
          </ac:picMkLst>
        </pc:picChg>
        <pc:picChg chg="add mod">
          <ac:chgData name="Benjamín de Jesús Cueva Niño de Guzmán" userId="56da303013910523" providerId="LiveId" clId="{532B7A48-8887-4F62-9537-0BA1FAE83637}" dt="2026-03-05T18:18:17.181" v="276"/>
          <ac:picMkLst>
            <pc:docMk/>
            <pc:sldMk cId="1210459346" sldId="265"/>
            <ac:picMk id="11" creationId="{204FCACD-2965-14E0-CE9E-D95D09074B30}"/>
          </ac:picMkLst>
        </pc:pic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s-ES"/>
              <a:t>Haga clic para editar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5212068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41811031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345123470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21408725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99805452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670695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6299014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07224628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s-ES"/>
              <a:t>Editar el estilo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17484431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62344274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155905977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Editar el estilo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B5BCF65-E86E-467A-B19A-9BBB66F1E598}" type="datetimeFigureOut">
              <a:rPr lang="es-PE" smtClean="0"/>
              <a:t>5/03/2026</a:t>
            </a:fld>
            <a:endParaRPr lang="es-PE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PE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87238AB-4A8B-4567-9333-C431031F80D3}" type="slidenum">
              <a:rPr lang="es-PE" smtClean="0"/>
              <a:t>‹Nº›</a:t>
            </a:fld>
            <a:endParaRPr lang="es-PE"/>
          </a:p>
        </p:txBody>
      </p:sp>
    </p:spTree>
    <p:extLst>
      <p:ext uri="{BB962C8B-B14F-4D97-AF65-F5344CB8AC3E}">
        <p14:creationId xmlns:p14="http://schemas.microsoft.com/office/powerpoint/2010/main" val="2722108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6.png"/><Relationship Id="rId5" Type="http://schemas.openxmlformats.org/officeDocument/2006/relationships/hyperlink" Target="https://especializacionvirtual.com/validar-certificado/" TargetMode="External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Imagen 2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52326" y="946609"/>
            <a:ext cx="3551656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sp>
        <p:nvSpPr>
          <p:cNvPr id="14" name="CuadroTexto 13"/>
          <p:cNvSpPr txBox="1"/>
          <p:nvPr/>
        </p:nvSpPr>
        <p:spPr>
          <a:xfrm>
            <a:off x="3019286" y="680869"/>
            <a:ext cx="3656770" cy="76944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4400" dirty="0">
                <a:latin typeface="Algerian" panose="04020705040A02060702" pitchFamily="82" charset="0"/>
              </a:rPr>
              <a:t>CERTIFICADO</a:t>
            </a:r>
          </a:p>
        </p:txBody>
      </p:sp>
      <p:sp>
        <p:nvSpPr>
          <p:cNvPr id="15" name="CuadroTexto 14"/>
          <p:cNvSpPr txBox="1"/>
          <p:nvPr/>
        </p:nvSpPr>
        <p:spPr>
          <a:xfrm>
            <a:off x="4252904" y="1256935"/>
            <a:ext cx="140019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dirty="0">
                <a:latin typeface="Franklin Gothic Demi Cond" panose="020B0706030402020204" pitchFamily="34" charset="0"/>
              </a:rPr>
              <a:t>OTORGADO A:</a:t>
            </a:r>
          </a:p>
        </p:txBody>
      </p:sp>
      <p:sp>
        <p:nvSpPr>
          <p:cNvPr id="16" name="CuadroTexto 15"/>
          <p:cNvSpPr txBox="1"/>
          <p:nvPr/>
        </p:nvSpPr>
        <p:spPr>
          <a:xfrm>
            <a:off x="2493035" y="1482307"/>
            <a:ext cx="4919937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PE" sz="2800" dirty="0">
                <a:latin typeface="Britannic Bold" panose="020B0903060703020204" pitchFamily="34" charset="0"/>
              </a:rPr>
              <a:t>{{NOMBRES}} {{APELLIDOS}}</a:t>
            </a:r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2" name="Imagen 1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9" name="CuadroTexto 28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pSp>
        <p:nvGrpSpPr>
          <p:cNvPr id="5" name="Grupo 4">
            <a:extLst>
              <a:ext uri="{FF2B5EF4-FFF2-40B4-BE49-F238E27FC236}">
                <a16:creationId xmlns:a16="http://schemas.microsoft.com/office/drawing/2014/main" id="{4ADDE962-DAB0-E96E-16F6-A0ACA884F653}"/>
              </a:ext>
            </a:extLst>
          </p:cNvPr>
          <p:cNvGrpSpPr/>
          <p:nvPr/>
        </p:nvGrpSpPr>
        <p:grpSpPr>
          <a:xfrm>
            <a:off x="2051259" y="5734670"/>
            <a:ext cx="6216028" cy="737099"/>
            <a:chOff x="2051259" y="5734670"/>
            <a:chExt cx="6216028" cy="737099"/>
          </a:xfrm>
        </p:grpSpPr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310610E-EE62-5F79-54D7-B7715D5CEF0D}"/>
                </a:ext>
              </a:extLst>
            </p:cNvPr>
            <p:cNvSpPr txBox="1"/>
            <p:nvPr/>
          </p:nvSpPr>
          <p:spPr>
            <a:xfrm>
              <a:off x="2051259" y="6018720"/>
              <a:ext cx="2581057" cy="22313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DECANO REGIONAL</a:t>
              </a:r>
            </a:p>
          </p:txBody>
        </p:sp>
        <p:sp>
          <p:nvSpPr>
            <p:cNvPr id="8" name="CuadroTexto 7">
              <a:extLst>
                <a:ext uri="{FF2B5EF4-FFF2-40B4-BE49-F238E27FC236}">
                  <a16:creationId xmlns:a16="http://schemas.microsoft.com/office/drawing/2014/main" id="{20522A33-0335-DECF-9B40-D8645FD4D737}"/>
                </a:ext>
              </a:extLst>
            </p:cNvPr>
            <p:cNvSpPr txBox="1"/>
            <p:nvPr/>
          </p:nvSpPr>
          <p:spPr>
            <a:xfrm>
              <a:off x="2183349" y="5734670"/>
              <a:ext cx="2329998" cy="276999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pPr algn="ctr"/>
              <a:r>
                <a:rPr lang="es-PE" sz="1200" b="1" dirty="0">
                  <a:latin typeface="Arial" panose="020B0604020202020204" pitchFamily="34" charset="0"/>
                  <a:cs typeface="Arial" panose="020B0604020202020204" pitchFamily="34" charset="0"/>
                </a:rPr>
                <a:t>HANNOWER VELA VASQUEZ</a:t>
              </a:r>
            </a:p>
          </p:txBody>
        </p:sp>
        <p:cxnSp>
          <p:nvCxnSpPr>
            <p:cNvPr id="9" name="Conector recto 8">
              <a:extLst>
                <a:ext uri="{FF2B5EF4-FFF2-40B4-BE49-F238E27FC236}">
                  <a16:creationId xmlns:a16="http://schemas.microsoft.com/office/drawing/2014/main" id="{46CA9E09-4D7B-24B6-7656-C9E85547A554}"/>
                </a:ext>
              </a:extLst>
            </p:cNvPr>
            <p:cNvCxnSpPr/>
            <p:nvPr/>
          </p:nvCxnSpPr>
          <p:spPr>
            <a:xfrm>
              <a:off x="2132246" y="5754753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sp>
          <p:nvSpPr>
            <p:cNvPr id="10" name="CuadroTexto 9">
              <a:extLst>
                <a:ext uri="{FF2B5EF4-FFF2-40B4-BE49-F238E27FC236}">
                  <a16:creationId xmlns:a16="http://schemas.microsoft.com/office/drawing/2014/main" id="{0AA7070A-6171-9F3F-0547-3E100A7CB17B}"/>
                </a:ext>
              </a:extLst>
            </p:cNvPr>
            <p:cNvSpPr txBox="1"/>
            <p:nvPr/>
          </p:nvSpPr>
          <p:spPr>
            <a:xfrm>
              <a:off x="5686230" y="5987021"/>
              <a:ext cx="2581057" cy="48474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GERENTE GENERAL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INSTITUCIÓN EDUCATIVA ACADÉMICA Y</a:t>
              </a:r>
            </a:p>
            <a:p>
              <a:pPr algn="ctr"/>
              <a:r>
                <a:rPr lang="es-PE" sz="850" dirty="0">
                  <a:latin typeface="Arial" panose="020B0604020202020204" pitchFamily="34" charset="0"/>
                  <a:cs typeface="Arial" panose="020B0604020202020204" pitchFamily="34" charset="0"/>
                </a:rPr>
                <a:t>SOCIAL BERLIN SRL</a:t>
              </a:r>
            </a:p>
          </p:txBody>
        </p:sp>
        <p:sp>
          <p:nvSpPr>
            <p:cNvPr id="11" name="CuadroTexto 10">
              <a:extLst>
                <a:ext uri="{FF2B5EF4-FFF2-40B4-BE49-F238E27FC236}">
                  <a16:creationId xmlns:a16="http://schemas.microsoft.com/office/drawing/2014/main" id="{A416E7E4-7F8B-0061-6819-F814121DE47C}"/>
                </a:ext>
              </a:extLst>
            </p:cNvPr>
            <p:cNvSpPr txBox="1"/>
            <p:nvPr/>
          </p:nvSpPr>
          <p:spPr>
            <a:xfrm>
              <a:off x="6049512" y="5773608"/>
              <a:ext cx="1830950" cy="223138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s-PE" sz="850" b="1" dirty="0">
                  <a:latin typeface="Arial" panose="020B0604020202020204" pitchFamily="34" charset="0"/>
                  <a:cs typeface="Arial" panose="020B0604020202020204" pitchFamily="34" charset="0"/>
                </a:rPr>
                <a:t>SEGUNDO QUIÑONEZ MENDEZ</a:t>
              </a:r>
            </a:p>
          </p:txBody>
        </p:sp>
        <p:cxnSp>
          <p:nvCxnSpPr>
            <p:cNvPr id="13" name="Conector recto 12">
              <a:extLst>
                <a:ext uri="{FF2B5EF4-FFF2-40B4-BE49-F238E27FC236}">
                  <a16:creationId xmlns:a16="http://schemas.microsoft.com/office/drawing/2014/main" id="{59B66AD9-9651-EC86-552A-00CDA3DECEA3}"/>
                </a:ext>
              </a:extLst>
            </p:cNvPr>
            <p:cNvCxnSpPr/>
            <p:nvPr/>
          </p:nvCxnSpPr>
          <p:spPr>
            <a:xfrm>
              <a:off x="5767217" y="5753060"/>
              <a:ext cx="2419085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pic>
        <p:nvPicPr>
          <p:cNvPr id="4" name="Imagen 3">
            <a:extLst>
              <a:ext uri="{FF2B5EF4-FFF2-40B4-BE49-F238E27FC236}">
                <a16:creationId xmlns:a16="http://schemas.microsoft.com/office/drawing/2014/main" id="{3FC34F66-44CC-2288-42AF-06AD5D4D1E1B}"/>
              </a:ext>
            </a:extLst>
          </p:cNvPr>
          <p:cNvPicPr/>
          <p:nvPr/>
        </p:nvPicPr>
        <p:blipFill>
          <a:blip r:embed="rId5"/>
          <a:stretch>
            <a:fillRect/>
          </a:stretch>
        </p:blipFill>
        <p:spPr>
          <a:xfrm>
            <a:off x="5050099" y="5314559"/>
            <a:ext cx="3365495" cy="1314243"/>
          </a:xfrm>
          <a:prstGeom prst="rect">
            <a:avLst/>
          </a:prstGeom>
        </p:spPr>
      </p:pic>
      <p:pic>
        <p:nvPicPr>
          <p:cNvPr id="19" name="Imagen 18">
            <a:extLst>
              <a:ext uri="{FF2B5EF4-FFF2-40B4-BE49-F238E27FC236}">
                <a16:creationId xmlns:a16="http://schemas.microsoft.com/office/drawing/2014/main" id="{F5579E0D-4E75-0188-715B-6A2A897B4B92}"/>
              </a:ext>
            </a:extLst>
          </p:cNvPr>
          <p:cNvPicPr/>
          <p:nvPr/>
        </p:nvPicPr>
        <p:blipFill rotWithShape="1"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1247" t="18378" r="6602" b="24324"/>
          <a:stretch/>
        </p:blipFill>
        <p:spPr bwMode="auto">
          <a:xfrm>
            <a:off x="1816543" y="5536777"/>
            <a:ext cx="3200400" cy="1009650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  <p:sp>
        <p:nvSpPr>
          <p:cNvPr id="20" name="CuadroTexto 19">
            <a:extLst>
              <a:ext uri="{FF2B5EF4-FFF2-40B4-BE49-F238E27FC236}">
                <a16:creationId xmlns:a16="http://schemas.microsoft.com/office/drawing/2014/main" id="{8DFE2F08-FDFA-2FA8-1BFD-5B1E6A5DBE7A}"/>
              </a:ext>
            </a:extLst>
          </p:cNvPr>
          <p:cNvSpPr txBox="1"/>
          <p:nvPr/>
        </p:nvSpPr>
        <p:spPr>
          <a:xfrm>
            <a:off x="380775" y="1906245"/>
            <a:ext cx="9144451" cy="2523768"/>
          </a:xfrm>
          <a:prstGeom prst="rect">
            <a:avLst/>
          </a:prstGeom>
          <a:noFill/>
        </p:spPr>
        <p:txBody>
          <a:bodyPr wrap="square" rtlCol="0" anchor="t" anchorCtr="1">
            <a:spAutoFit/>
          </a:bodyPr>
          <a:lstStyle/>
          <a:p>
            <a:pPr algn="ctr"/>
            <a:r>
              <a:rPr lang="es-PE" b="1" dirty="0"/>
              <a:t>Por haber culminado satisfactoriamente el CURSO en:</a:t>
            </a:r>
            <a:endParaRPr lang="es-PE" sz="600" b="1" dirty="0"/>
          </a:p>
          <a:p>
            <a:pPr algn="ctr"/>
            <a:r>
              <a:rPr lang="es-PE" sz="2800" dirty="0">
                <a:latin typeface="Britannic Bold" panose="020B0903060703020204" pitchFamily="34" charset="0"/>
              </a:rPr>
              <a:t>“{{TEMA_DIPLOMADO}}”</a:t>
            </a:r>
          </a:p>
          <a:p>
            <a:pPr algn="ctr"/>
            <a:r>
              <a:rPr lang="es-PE" b="1" dirty="0"/>
              <a:t>Realizado del {{FECHA_INICIO}} al {{FECHA_FIN}}, con una</a:t>
            </a:r>
          </a:p>
          <a:p>
            <a:pPr algn="ctr"/>
            <a:r>
              <a:rPr lang="es-PE" b="1" dirty="0"/>
              <a:t>duración de {{HORAS_ACADEMICAS}} horas lectivas y {{CREDITOS_ACADEMICOS}} créditos Académicos.</a:t>
            </a:r>
          </a:p>
          <a:p>
            <a:pPr algn="ctr"/>
            <a:r>
              <a:rPr lang="es-PE" b="1" dirty="0"/>
              <a:t>Por tanto, se expide el presente Certificado, otorgándole los</a:t>
            </a:r>
          </a:p>
          <a:p>
            <a:pPr algn="ctr"/>
            <a:r>
              <a:rPr lang="es-PE" b="1" dirty="0"/>
              <a:t>privilegios y consideraciones que le corresponden.</a:t>
            </a:r>
          </a:p>
          <a:p>
            <a:pPr algn="ctr"/>
            <a:endParaRPr lang="es-PE" sz="400" b="1" dirty="0"/>
          </a:p>
          <a:p>
            <a:pPr algn="r"/>
            <a:r>
              <a:rPr lang="es-PE" b="1" dirty="0"/>
              <a:t>Trujillo, {{FECHA_EMISION_LARGA}}</a:t>
            </a:r>
          </a:p>
        </p:txBody>
      </p:sp>
    </p:spTree>
    <p:extLst>
      <p:ext uri="{BB962C8B-B14F-4D97-AF65-F5344CB8AC3E}">
        <p14:creationId xmlns:p14="http://schemas.microsoft.com/office/powerpoint/2010/main" val="304774985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" name="Imagen 2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90908" y="946609"/>
            <a:ext cx="3413074" cy="4653126"/>
          </a:xfrm>
          <a:prstGeom prst="rect">
            <a:avLst/>
          </a:prstGeom>
        </p:spPr>
      </p:pic>
      <p:sp>
        <p:nvSpPr>
          <p:cNvPr id="6" name="Placa 5"/>
          <p:cNvSpPr/>
          <p:nvPr/>
        </p:nvSpPr>
        <p:spPr>
          <a:xfrm>
            <a:off x="134911" y="134912"/>
            <a:ext cx="9593706" cy="6565691"/>
          </a:xfrm>
          <a:prstGeom prst="plaque">
            <a:avLst>
              <a:gd name="adj" fmla="val 5543"/>
            </a:avLst>
          </a:prstGeom>
          <a:noFill/>
          <a:ln w="76200">
            <a:solidFill>
              <a:schemeClr val="tx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s-PE" dirty="0"/>
          </a:p>
        </p:txBody>
      </p:sp>
      <p:sp>
        <p:nvSpPr>
          <p:cNvPr id="26" name="CuadroTexto 25"/>
          <p:cNvSpPr txBox="1"/>
          <p:nvPr/>
        </p:nvSpPr>
        <p:spPr>
          <a:xfrm>
            <a:off x="6592217" y="845974"/>
            <a:ext cx="2642070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none" rtlCol="0">
            <a:spAutoFit/>
          </a:bodyPr>
          <a:lstStyle/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INSTITUCIÓN EDUCATIVA</a:t>
            </a:r>
          </a:p>
          <a:p>
            <a:pPr algn="ctr"/>
            <a:r>
              <a:rPr lang="es-PE" sz="1100" dirty="0">
                <a:latin typeface="Arial Rounded MT Bold" panose="020F0704030504030204" pitchFamily="34" charset="0"/>
              </a:rPr>
              <a:t>ACADÉMICA Y SOCIAL BERLÍN SRL</a:t>
            </a:r>
          </a:p>
        </p:txBody>
      </p:sp>
      <p:pic>
        <p:nvPicPr>
          <p:cNvPr id="12" name="Imagen 1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98442" y="199447"/>
            <a:ext cx="2957853" cy="758326"/>
          </a:xfrm>
          <a:prstGeom prst="rect">
            <a:avLst/>
          </a:prstGeom>
        </p:spPr>
      </p:pic>
      <p:pic>
        <p:nvPicPr>
          <p:cNvPr id="27" name="Imagen 26"/>
          <p:cNvPicPr>
            <a:picLocks noChangeAspect="1"/>
          </p:cNvPicPr>
          <p:nvPr/>
        </p:nvPicPr>
        <p:blipFill rotWithShape="1">
          <a:blip r:embed="rId4"/>
          <a:srcRect l="4716" r="4485"/>
          <a:stretch/>
        </p:blipFill>
        <p:spPr>
          <a:xfrm>
            <a:off x="534757" y="230243"/>
            <a:ext cx="2563572" cy="864296"/>
          </a:xfrm>
          <a:prstGeom prst="rect">
            <a:avLst/>
          </a:prstGeom>
        </p:spPr>
      </p:pic>
      <p:sp>
        <p:nvSpPr>
          <p:cNvPr id="28" name="CuadroTexto 27"/>
          <p:cNvSpPr txBox="1"/>
          <p:nvPr/>
        </p:nvSpPr>
        <p:spPr>
          <a:xfrm>
            <a:off x="792801" y="982048"/>
            <a:ext cx="1642822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s-PE" sz="1600" b="1" dirty="0"/>
              <a:t>R.P N° 1127 1967</a:t>
            </a:r>
          </a:p>
        </p:txBody>
      </p:sp>
      <p:graphicFrame>
        <p:nvGraphicFramePr>
          <p:cNvPr id="24" name="Tabla 23"/>
          <p:cNvGraphicFramePr>
            <a:graphicFrameLocks noGrp="1"/>
          </p:cNvGraphicFramePr>
          <p:nvPr/>
        </p:nvGraphicFramePr>
        <p:xfrm>
          <a:off x="3203501" y="1539657"/>
          <a:ext cx="6412523" cy="434622"/>
        </p:xfrm>
        <a:graphic>
          <a:graphicData uri="http://schemas.openxmlformats.org/drawingml/2006/table">
            <a:tbl>
              <a:tblPr firstRow="1" bandRow="1">
                <a:tableStyleId>{F5AB1C69-6EDB-4FF4-983F-18BD219EF322}</a:tableStyleId>
              </a:tblPr>
              <a:tblGrid>
                <a:gridCol w="6412523">
                  <a:extLst>
                    <a:ext uri="{9D8B030D-6E8A-4147-A177-3AD203B41FA5}">
                      <a16:colId xmlns:a16="http://schemas.microsoft.com/office/drawing/2014/main" val="335546556"/>
                    </a:ext>
                  </a:extLst>
                </a:gridCol>
              </a:tblGrid>
              <a:tr h="308522">
                <a:tc>
                  <a:txBody>
                    <a:bodyPr/>
                    <a:lstStyle/>
                    <a:p>
                      <a:pPr algn="ctr"/>
                      <a:r>
                        <a:rPr lang="es-PE" sz="1600" u="none" dirty="0"/>
                        <a:t>TEMARIO</a:t>
                      </a:r>
                      <a:endParaRPr lang="es-PE" sz="1600" u="none" baseline="0" dirty="0">
                        <a:latin typeface="Arial Black" panose="020B0A04020102020204" pitchFamily="34" charset="0"/>
                      </a:endParaRPr>
                    </a:p>
                  </a:txBody>
                  <a:tcPr marL="190782" marR="190782" marT="95391" marB="95391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4034874865"/>
                  </a:ext>
                </a:extLst>
              </a:tr>
            </a:tbl>
          </a:graphicData>
        </a:graphic>
      </p:graphicFrame>
      <p:graphicFrame>
        <p:nvGraphicFramePr>
          <p:cNvPr id="29" name="Tabla 2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89896237"/>
              </p:ext>
            </p:extLst>
          </p:nvPr>
        </p:nvGraphicFramePr>
        <p:xfrm>
          <a:off x="3203502" y="1974652"/>
          <a:ext cx="6412523" cy="1495839"/>
        </p:xfrm>
        <a:graphic>
          <a:graphicData uri="http://schemas.openxmlformats.org/drawingml/2006/table">
            <a:tbl>
              <a:tblPr firstRow="1" bandRow="1">
                <a:tableStyleId>{D7AC3CCA-C797-4891-BE02-D94E43425B78}</a:tableStyleId>
              </a:tblPr>
              <a:tblGrid>
                <a:gridCol w="2867389">
                  <a:extLst>
                    <a:ext uri="{9D8B030D-6E8A-4147-A177-3AD203B41FA5}">
                      <a16:colId xmlns:a16="http://schemas.microsoft.com/office/drawing/2014/main" val="3108834388"/>
                    </a:ext>
                  </a:extLst>
                </a:gridCol>
                <a:gridCol w="3545134">
                  <a:extLst>
                    <a:ext uri="{9D8B030D-6E8A-4147-A177-3AD203B41FA5}">
                      <a16:colId xmlns:a16="http://schemas.microsoft.com/office/drawing/2014/main" val="1484549653"/>
                    </a:ext>
                  </a:extLst>
                </a:gridCol>
              </a:tblGrid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b="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</a:t>
                      </a:r>
                      <a:endParaRPr lang="en-US" sz="1120" b="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{{MODULO_1}}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00180495"/>
                  </a:ext>
                </a:extLst>
              </a:tr>
              <a:tr h="269517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{{MODULO_2}}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80852981"/>
                  </a:ext>
                </a:extLst>
              </a:tr>
              <a:tr h="400568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III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{{MODULO_3}}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2501331"/>
                  </a:ext>
                </a:extLst>
              </a:tr>
              <a:tr h="294109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IV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{{MODULO_4}}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661531471"/>
                  </a:ext>
                </a:extLst>
              </a:tr>
              <a:tr h="182174">
                <a:tc>
                  <a:txBody>
                    <a:bodyPr/>
                    <a:lstStyle/>
                    <a:p>
                      <a:pPr marL="0" algn="ctr" defTabSz="914400" rtl="0" eaLnBrk="1" latinLnBrk="0" hangingPunct="1"/>
                      <a:r>
                        <a:rPr lang="es-PE" sz="112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MÓDULO V</a:t>
                      </a:r>
                      <a:endParaRPr lang="en-US" sz="1120" kern="1200" dirty="0">
                        <a:solidFill>
                          <a:schemeClr val="dk1"/>
                        </a:solidFill>
                        <a:latin typeface="+mn-lt"/>
                        <a:ea typeface="+mn-ea"/>
                        <a:cs typeface="+mn-cs"/>
                      </a:endParaRP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000" b="0" i="0" kern="1200" dirty="0">
                          <a:solidFill>
                            <a:schemeClr val="dk1"/>
                          </a:solidFill>
                          <a:effectLst/>
                          <a:latin typeface="+mn-lt"/>
                          <a:ea typeface="+mn-ea"/>
                          <a:cs typeface="+mn-cs"/>
                        </a:rPr>
                        <a:t>{{MODULO_5}}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024625614"/>
                  </a:ext>
                </a:extLst>
              </a:tr>
            </a:tbl>
          </a:graphicData>
        </a:graphic>
      </p:graphicFrame>
      <p:grpSp>
        <p:nvGrpSpPr>
          <p:cNvPr id="2" name="Grupo 1">
            <a:extLst>
              <a:ext uri="{FF2B5EF4-FFF2-40B4-BE49-F238E27FC236}">
                <a16:creationId xmlns:a16="http://schemas.microsoft.com/office/drawing/2014/main" id="{312778E5-C5C3-1423-0514-C1DD238BD466}"/>
              </a:ext>
            </a:extLst>
          </p:cNvPr>
          <p:cNvGrpSpPr/>
          <p:nvPr/>
        </p:nvGrpSpPr>
        <p:grpSpPr>
          <a:xfrm>
            <a:off x="611025" y="6108603"/>
            <a:ext cx="2297657" cy="437033"/>
            <a:chOff x="4281274" y="8807352"/>
            <a:chExt cx="2297657" cy="437033"/>
          </a:xfrm>
        </p:grpSpPr>
        <p:sp>
          <p:nvSpPr>
            <p:cNvPr id="5" name="Rectángulo 4">
              <a:extLst>
                <a:ext uri="{FF2B5EF4-FFF2-40B4-BE49-F238E27FC236}">
                  <a16:creationId xmlns:a16="http://schemas.microsoft.com/office/drawing/2014/main" id="{642AFA5E-411D-36E9-F3C9-5C13895B0119}"/>
                </a:ext>
              </a:extLst>
            </p:cNvPr>
            <p:cNvSpPr/>
            <p:nvPr/>
          </p:nvSpPr>
          <p:spPr>
            <a:xfrm>
              <a:off x="4312624" y="8807352"/>
              <a:ext cx="2213928" cy="437033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s-PE"/>
            </a:p>
          </p:txBody>
        </p:sp>
        <p:sp>
          <p:nvSpPr>
            <p:cNvPr id="7" name="CuadroTexto 6">
              <a:extLst>
                <a:ext uri="{FF2B5EF4-FFF2-40B4-BE49-F238E27FC236}">
                  <a16:creationId xmlns:a16="http://schemas.microsoft.com/office/drawing/2014/main" id="{B681738F-E09F-799A-2C96-1D1BD4FF4EB3}"/>
                </a:ext>
              </a:extLst>
            </p:cNvPr>
            <p:cNvSpPr txBox="1"/>
            <p:nvPr/>
          </p:nvSpPr>
          <p:spPr>
            <a:xfrm>
              <a:off x="4281274" y="8809560"/>
              <a:ext cx="2297657" cy="39241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s-PE" sz="650" b="1" dirty="0"/>
                <a:t>PARA POSTERIOR VERIFICACIÓN DE ESTE CERTIFICADO SE PUEDE REALIZAR INGRESANDO EL CÓDIGO DEL ESTUDIANTE EN: </a:t>
              </a:r>
              <a:r>
                <a:rPr lang="es-PE" sz="650" b="1" dirty="0">
                  <a:hlinkClick r:id="rId5"/>
                </a:rPr>
                <a:t>https://especializacionvirtual.com/validar-certificado/</a:t>
              </a:r>
              <a:r>
                <a:rPr lang="es-PE" sz="650" b="1" dirty="0"/>
                <a:t> </a:t>
              </a:r>
            </a:p>
          </p:txBody>
        </p:sp>
      </p:grpSp>
      <p:graphicFrame>
        <p:nvGraphicFramePr>
          <p:cNvPr id="9" name="Tabla 8">
            <a:extLst>
              <a:ext uri="{FF2B5EF4-FFF2-40B4-BE49-F238E27FC236}">
                <a16:creationId xmlns:a16="http://schemas.microsoft.com/office/drawing/2014/main" id="{9A93C8F0-4882-DD02-EEEB-8F91FEBA43C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1142159"/>
              </p:ext>
            </p:extLst>
          </p:nvPr>
        </p:nvGraphicFramePr>
        <p:xfrm>
          <a:off x="227269" y="2243308"/>
          <a:ext cx="2916000" cy="1820685"/>
        </p:xfrm>
        <a:graphic>
          <a:graphicData uri="http://schemas.openxmlformats.org/drawingml/2006/table">
            <a:tbl>
              <a:tblPr firstRow="1" bandRow="1">
                <a:tableStyleId>{F2DE63D5-997A-4646-A377-4702673A728D}</a:tableStyleId>
              </a:tblPr>
              <a:tblGrid>
                <a:gridCol w="953720">
                  <a:extLst>
                    <a:ext uri="{9D8B030D-6E8A-4147-A177-3AD203B41FA5}">
                      <a16:colId xmlns:a16="http://schemas.microsoft.com/office/drawing/2014/main" val="3956221826"/>
                    </a:ext>
                  </a:extLst>
                </a:gridCol>
                <a:gridCol w="1962280">
                  <a:extLst>
                    <a:ext uri="{9D8B030D-6E8A-4147-A177-3AD203B41FA5}">
                      <a16:colId xmlns:a16="http://schemas.microsoft.com/office/drawing/2014/main" val="3056520887"/>
                    </a:ext>
                  </a:extLst>
                </a:gridCol>
              </a:tblGrid>
              <a:tr h="364137">
                <a:tc gridSpan="2">
                  <a:txBody>
                    <a:bodyPr/>
                    <a:lstStyle/>
                    <a:p>
                      <a:pPr algn="ctr"/>
                      <a:r>
                        <a:rPr lang="es-PE" sz="1100" dirty="0">
                          <a:solidFill>
                            <a:schemeClr val="tx1">
                              <a:lumMod val="95000"/>
                              <a:lumOff val="5000"/>
                            </a:schemeClr>
                          </a:solidFill>
                        </a:rPr>
                        <a:t>REGISTRO</a:t>
                      </a:r>
                    </a:p>
                  </a:txBody>
                  <a:tcPr marL="190782" marR="190782" marT="95391" marB="95391">
                    <a:solidFill>
                      <a:schemeClr val="bg2">
                        <a:lumMod val="7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endParaRPr lang="es-PE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62281720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LIBRO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PE" sz="1050" dirty="0"/>
                        <a:t>001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679814925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FOLIO N°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{{FOLIO_NUMERO}} –</a:t>
                      </a:r>
                      <a:r>
                        <a:rPr lang="es-PE" sz="1050" baseline="0" dirty="0"/>
                        <a:t> PPE</a:t>
                      </a:r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4085477436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FECHA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s-PE" sz="1050" dirty="0"/>
                        <a:t>{{FECHA_EMISION_CORTA}}</a:t>
                      </a:r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592299900"/>
                  </a:ext>
                </a:extLst>
              </a:tr>
              <a:tr h="364137">
                <a:tc>
                  <a:txBody>
                    <a:bodyPr/>
                    <a:lstStyle/>
                    <a:p>
                      <a:r>
                        <a:rPr lang="es-PE" sz="1100" dirty="0"/>
                        <a:t>FIRMA</a:t>
                      </a:r>
                    </a:p>
                  </a:txBody>
                  <a:tcPr marL="190782" marR="190782" marT="95391" marB="95391"/>
                </a:tc>
                <a:tc>
                  <a:txBody>
                    <a:bodyPr/>
                    <a:lstStyle/>
                    <a:p>
                      <a:pPr algn="ctr"/>
                      <a:endParaRPr lang="es-PE" sz="1050" dirty="0"/>
                    </a:p>
                  </a:txBody>
                  <a:tcPr marL="190782" marR="190782" marT="95391" marB="95391" anchor="ctr"/>
                </a:tc>
                <a:extLst>
                  <a:ext uri="{0D108BD9-81ED-4DB2-BD59-A6C34878D82A}">
                    <a16:rowId xmlns:a16="http://schemas.microsoft.com/office/drawing/2014/main" val="2297285177"/>
                  </a:ext>
                </a:extLst>
              </a:tr>
            </a:tbl>
          </a:graphicData>
        </a:graphic>
      </p:graphicFrame>
      <p:graphicFrame>
        <p:nvGraphicFramePr>
          <p:cNvPr id="10" name="Tabla 9">
            <a:extLst>
              <a:ext uri="{FF2B5EF4-FFF2-40B4-BE49-F238E27FC236}">
                <a16:creationId xmlns:a16="http://schemas.microsoft.com/office/drawing/2014/main" id="{F7E3DDC4-DC0E-989C-291E-FB7DFC1F9FC0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453394327"/>
              </p:ext>
            </p:extLst>
          </p:nvPr>
        </p:nvGraphicFramePr>
        <p:xfrm>
          <a:off x="227269" y="4241835"/>
          <a:ext cx="2916000" cy="336094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860911">
                  <a:extLst>
                    <a:ext uri="{9D8B030D-6E8A-4147-A177-3AD203B41FA5}">
                      <a16:colId xmlns:a16="http://schemas.microsoft.com/office/drawing/2014/main" val="2813972394"/>
                    </a:ext>
                  </a:extLst>
                </a:gridCol>
                <a:gridCol w="1055089">
                  <a:extLst>
                    <a:ext uri="{9D8B030D-6E8A-4147-A177-3AD203B41FA5}">
                      <a16:colId xmlns:a16="http://schemas.microsoft.com/office/drawing/2014/main" val="1981345291"/>
                    </a:ext>
                  </a:extLst>
                </a:gridCol>
              </a:tblGrid>
              <a:tr h="336094">
                <a:tc>
                  <a:txBody>
                    <a:bodyPr/>
                    <a:lstStyle/>
                    <a:p>
                      <a:r>
                        <a:rPr lang="es-PE" sz="1400" b="1" dirty="0"/>
                        <a:t> </a:t>
                      </a:r>
                      <a:r>
                        <a:rPr lang="es-PE" sz="1100" b="1" dirty="0"/>
                        <a:t>CALIFICACIÓN :</a:t>
                      </a:r>
                      <a:endParaRPr 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ES" sz="1500" dirty="0"/>
                        <a:t>19</a:t>
                      </a:r>
                      <a:endParaRPr lang="en-US" sz="15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277351207"/>
                  </a:ext>
                </a:extLst>
              </a:tr>
            </a:tbl>
          </a:graphicData>
        </a:graphic>
      </p:graphicFrame>
      <p:pic>
        <p:nvPicPr>
          <p:cNvPr id="11" name="Imagen 10">
            <a:extLst>
              <a:ext uri="{FF2B5EF4-FFF2-40B4-BE49-F238E27FC236}">
                <a16:creationId xmlns:a16="http://schemas.microsoft.com/office/drawing/2014/main" id="{204FCACD-2965-14E0-CE9E-D95D09074B30}"/>
              </a:ext>
            </a:extLst>
          </p:cNvPr>
          <p:cNvPicPr>
            <a:picLocks noChangeAspect="1"/>
          </p:cNvPicPr>
          <p:nvPr/>
        </p:nvPicPr>
        <p:blipFill rotWithShape="1">
          <a:blip r:embed="rId6"/>
          <a:srcRect b="6974"/>
          <a:stretch/>
        </p:blipFill>
        <p:spPr>
          <a:xfrm>
            <a:off x="1486822" y="3733061"/>
            <a:ext cx="455266" cy="308814"/>
          </a:xfrm>
          <a:prstGeom prst="rect">
            <a:avLst/>
          </a:prstGeom>
        </p:spPr>
      </p:pic>
      <p:sp>
        <p:nvSpPr>
          <p:cNvPr id="13" name="CuadroTexto 12">
            <a:extLst>
              <a:ext uri="{FF2B5EF4-FFF2-40B4-BE49-F238E27FC236}">
                <a16:creationId xmlns:a16="http://schemas.microsoft.com/office/drawing/2014/main" id="{5AFDFDE8-80C6-7D39-B795-B36C64E8F5A2}"/>
              </a:ext>
            </a:extLst>
          </p:cNvPr>
          <p:cNvSpPr txBox="1"/>
          <p:nvPr/>
        </p:nvSpPr>
        <p:spPr>
          <a:xfrm>
            <a:off x="1255776" y="4659232"/>
            <a:ext cx="1397690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s-PE" dirty="0"/>
              <a:t>{{QR_CODE}}</a:t>
            </a:r>
          </a:p>
        </p:txBody>
      </p:sp>
      <p:sp>
        <p:nvSpPr>
          <p:cNvPr id="3" name="Rectángulo 2">
            <a:extLst>
              <a:ext uri="{FF2B5EF4-FFF2-40B4-BE49-F238E27FC236}">
                <a16:creationId xmlns:a16="http://schemas.microsoft.com/office/drawing/2014/main" id="{31A2BAB6-DD06-AFB7-A779-64054FB1AAEC}"/>
              </a:ext>
            </a:extLst>
          </p:cNvPr>
          <p:cNvSpPr/>
          <p:nvPr/>
        </p:nvSpPr>
        <p:spPr>
          <a:xfrm>
            <a:off x="684240" y="5727842"/>
            <a:ext cx="2130198" cy="36676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>
              <a:spcBef>
                <a:spcPts val="59"/>
              </a:spcBef>
            </a:pPr>
            <a:r>
              <a:rPr lang="es-PE" sz="900" dirty="0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CÓDIGO ESTUDIANTE:</a:t>
            </a:r>
          </a:p>
          <a:p>
            <a:pPr algn="ctr">
              <a:spcBef>
                <a:spcPts val="59"/>
              </a:spcBef>
            </a:pPr>
            <a:r>
              <a:rPr lang="en-US" sz="800" b="1">
                <a:solidFill>
                  <a:prstClr val="black"/>
                </a:solidFill>
                <a:latin typeface="Times New Roman" panose="02020603050405020304" pitchFamily="18" charset="0"/>
                <a:ea typeface="Cambria Math" panose="02040503050406030204" pitchFamily="18" charset="0"/>
                <a:cs typeface="Times New Roman" panose="02020603050405020304" pitchFamily="18" charset="0"/>
              </a:rPr>
              <a:t>{{CODE_STUDENT}}</a:t>
            </a:r>
            <a:endParaRPr lang="en-US" sz="800" b="1" dirty="0">
              <a:solidFill>
                <a:prstClr val="black"/>
              </a:solidFill>
              <a:latin typeface="Times New Roman" panose="02020603050405020304" pitchFamily="18" charset="0"/>
              <a:ea typeface="Cambria Math" panose="020405030504060302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210459346"/>
      </p:ext>
    </p:extLst>
  </p:cSld>
  <p:clrMapOvr>
    <a:masterClrMapping/>
  </p:clrMapOvr>
</p:sld>
</file>

<file path=ppt/theme/theme1.xml><?xml version="1.0" encoding="utf-8"?>
<a:theme xmlns:a="http://schemas.openxmlformats.org/drawingml/2006/main" name="Tema de Office">
  <a:themeElements>
    <a:clrScheme name="Tema de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Tema de 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Tema de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39947</TotalTime>
  <Words>229</Words>
  <Application>Microsoft Office PowerPoint</Application>
  <PresentationFormat>A4 (210 x 297 mm)</PresentationFormat>
  <Paragraphs>48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9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12" baseType="lpstr">
      <vt:lpstr>Algerian</vt:lpstr>
      <vt:lpstr>Arial</vt:lpstr>
      <vt:lpstr>Arial Black</vt:lpstr>
      <vt:lpstr>Arial Rounded MT Bold</vt:lpstr>
      <vt:lpstr>Britannic Bold</vt:lpstr>
      <vt:lpstr>Calibri</vt:lpstr>
      <vt:lpstr>Calibri Light</vt:lpstr>
      <vt:lpstr>Franklin Gothic Demi Cond</vt:lpstr>
      <vt:lpstr>Times New Roman</vt:lpstr>
      <vt:lpstr>Tema de Office</vt:lpstr>
      <vt:lpstr>Presentación de PowerPoint</vt:lpstr>
      <vt:lpstr>Presentación de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Presentación de PowerPoint</dc:title>
  <dc:creator>Usuario de Windows</dc:creator>
  <cp:lastModifiedBy>Benjamín de Jesús Cueva Niño de Guzmán</cp:lastModifiedBy>
  <cp:revision>473</cp:revision>
  <cp:lastPrinted>2025-09-30T22:19:02Z</cp:lastPrinted>
  <dcterms:created xsi:type="dcterms:W3CDTF">2021-04-21T14:50:50Z</dcterms:created>
  <dcterms:modified xsi:type="dcterms:W3CDTF">2026-03-05T19:06:31Z</dcterms:modified>
</cp:coreProperties>
</file>