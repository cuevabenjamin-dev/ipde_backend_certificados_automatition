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4" r:id="rId2"/>
    <p:sldId id="265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89A2BC-EA23-4FA3-A174-4D9DE9232810}" v="17" dt="2025-10-06T18:18:49.099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4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2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addSld delSld modSld">
      <pc:chgData name="Benjamín de Jesús Cueva Niño de Guzmán" userId="56da303013910523" providerId="LiveId" clId="{532B7A48-8887-4F62-9537-0BA1FAE83637}" dt="2025-10-06T18:19:27.684" v="205" actId="478"/>
      <pc:docMkLst>
        <pc:docMk/>
      </pc:docMkLst>
      <pc:sldChg chg="delSp modSp mod">
        <pc:chgData name="Benjamín de Jesús Cueva Niño de Guzmán" userId="56da303013910523" providerId="LiveId" clId="{532B7A48-8887-4F62-9537-0BA1FAE83637}" dt="2025-10-06T18:19:19.302" v="198" actId="478"/>
        <pc:sldMkLst>
          <pc:docMk/>
          <pc:sldMk cId="3047749852" sldId="264"/>
        </pc:sldMkLst>
        <pc:spChg chg="mod">
          <ac:chgData name="Benjamín de Jesús Cueva Niño de Guzmán" userId="56da303013910523" providerId="LiveId" clId="{532B7A48-8887-4F62-9537-0BA1FAE83637}" dt="2025-10-06T18:12:20.350" v="0"/>
          <ac:spMkLst>
            <pc:docMk/>
            <pc:sldMk cId="3047749852" sldId="264"/>
            <ac:spMk id="16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5-10-06T18:16:08.002" v="103" actId="20577"/>
          <ac:spMkLst>
            <pc:docMk/>
            <pc:sldMk cId="3047749852" sldId="264"/>
            <ac:spMk id="17" creationId="{00000000-0000-0000-0000-000000000000}"/>
          </ac:spMkLst>
        </pc:spChg>
        <pc:spChg chg="mod">
          <ac:chgData name="Benjamín de Jesús Cueva Niño de Guzmán" userId="56da303013910523" providerId="LiveId" clId="{532B7A48-8887-4F62-9537-0BA1FAE83637}" dt="2025-10-06T18:15:56.870" v="96" actId="20577"/>
          <ac:spMkLst>
            <pc:docMk/>
            <pc:sldMk cId="3047749852" sldId="264"/>
            <ac:spMk id="18" creationId="{00000000-0000-0000-0000-000000000000}"/>
          </ac:spMkLst>
        </pc:spChg>
        <pc:picChg chg="del">
          <ac:chgData name="Benjamín de Jesús Cueva Niño de Guzmán" userId="56da303013910523" providerId="LiveId" clId="{532B7A48-8887-4F62-9537-0BA1FAE83637}" dt="2025-10-06T18:19:19.302" v="198" actId="478"/>
          <ac:picMkLst>
            <pc:docMk/>
            <pc:sldMk cId="3047749852" sldId="264"/>
            <ac:picMk id="20" creationId="{2A58D08C-5987-F518-DED7-3FFEAE982996}"/>
          </ac:picMkLst>
        </pc:picChg>
        <pc:picChg chg="del">
          <ac:chgData name="Benjamín de Jesús Cueva Niño de Guzmán" userId="56da303013910523" providerId="LiveId" clId="{532B7A48-8887-4F62-9537-0BA1FAE83637}" dt="2025-10-06T18:19:18.890" v="197" actId="478"/>
          <ac:picMkLst>
            <pc:docMk/>
            <pc:sldMk cId="3047749852" sldId="264"/>
            <ac:picMk id="21" creationId="{2134BA70-53C9-CA9E-7E80-5BC479ADAB4D}"/>
          </ac:picMkLst>
        </pc:picChg>
      </pc:sldChg>
      <pc:sldChg chg="addSp delSp modSp mod">
        <pc:chgData name="Benjamín de Jesús Cueva Niño de Guzmán" userId="56da303013910523" providerId="LiveId" clId="{532B7A48-8887-4F62-9537-0BA1FAE83637}" dt="2025-10-06T18:19:22.325" v="201" actId="478"/>
        <pc:sldMkLst>
          <pc:docMk/>
          <pc:sldMk cId="1210459346" sldId="265"/>
        </pc:sldMkLst>
        <pc:graphicFrameChg chg="mod modGraphic">
          <ac:chgData name="Benjamín de Jesús Cueva Niño de Guzmán" userId="56da303013910523" providerId="LiveId" clId="{532B7A48-8887-4F62-9537-0BA1FAE83637}" dt="2025-10-06T18:15:17.121" v="57" actId="20577"/>
          <ac:graphicFrameMkLst>
            <pc:docMk/>
            <pc:sldMk cId="1210459346" sldId="265"/>
            <ac:graphicFrameMk id="20" creationId="{00000000-0000-0000-0000-000000000000}"/>
          </ac:graphicFrameMkLst>
        </pc:graphicFrameChg>
        <pc:graphicFrameChg chg="modGraphic">
          <ac:chgData name="Benjamín de Jesús Cueva Niño de Guzmán" userId="56da303013910523" providerId="LiveId" clId="{532B7A48-8887-4F62-9537-0BA1FAE83637}" dt="2025-10-06T18:14:58.690" v="50" actId="20577"/>
          <ac:graphicFrameMkLst>
            <pc:docMk/>
            <pc:sldMk cId="1210459346" sldId="265"/>
            <ac:graphicFrameMk id="21" creationId="{00000000-0000-0000-0000-000000000000}"/>
          </ac:graphicFrameMkLst>
        </pc:graphicFrameChg>
        <pc:graphicFrameChg chg="mod modGraphic">
          <ac:chgData name="Benjamín de Jesús Cueva Niño de Guzmán" userId="56da303013910523" providerId="LiveId" clId="{532B7A48-8887-4F62-9537-0BA1FAE83637}" dt="2025-10-06T18:16:32.141" v="107" actId="2165"/>
          <ac:graphicFrameMkLst>
            <pc:docMk/>
            <pc:sldMk cId="1210459346" sldId="265"/>
            <ac:graphicFrameMk id="29" creationId="{00000000-0000-0000-0000-000000000000}"/>
          </ac:graphicFrameMkLst>
        </pc:graphicFrameChg>
        <pc:picChg chg="add mod">
          <ac:chgData name="Benjamín de Jesús Cueva Niño de Guzmán" userId="56da303013910523" providerId="LiveId" clId="{532B7A48-8887-4F62-9537-0BA1FAE83637}" dt="2025-10-06T18:16:20.491" v="106" actId="1076"/>
          <ac:picMkLst>
            <pc:docMk/>
            <pc:sldMk cId="1210459346" sldId="265"/>
            <ac:picMk id="2" creationId="{A2DC8FEA-B25E-2C78-E00B-93CC39D45FA3}"/>
          </ac:picMkLst>
        </pc:picChg>
        <pc:picChg chg="del">
          <ac:chgData name="Benjamín de Jesús Cueva Niño de Guzmán" userId="56da303013910523" providerId="LiveId" clId="{532B7A48-8887-4F62-9537-0BA1FAE83637}" dt="2025-10-06T18:12:29.385" v="8" actId="478"/>
          <ac:picMkLst>
            <pc:docMk/>
            <pc:sldMk cId="1210459346" sldId="265"/>
            <ac:picMk id="3" creationId="{DD8E373B-7AB0-4152-1FF0-C517549F3ACF}"/>
          </ac:picMkLst>
        </pc:picChg>
        <pc:picChg chg="del">
          <ac:chgData name="Benjamín de Jesús Cueva Niño de Guzmán" userId="56da303013910523" providerId="LiveId" clId="{532B7A48-8887-4F62-9537-0BA1FAE83637}" dt="2025-10-06T18:19:22.325" v="201" actId="478"/>
          <ac:picMkLst>
            <pc:docMk/>
            <pc:sldMk cId="1210459346" sldId="265"/>
            <ac:picMk id="13" creationId="{00000000-0000-0000-0000-000000000000}"/>
          </ac:picMkLst>
        </pc:picChg>
      </pc:sldChg>
      <pc:sldChg chg="delSp modSp add mod">
        <pc:chgData name="Benjamín de Jesús Cueva Niño de Guzmán" userId="56da303013910523" providerId="LiveId" clId="{532B7A48-8887-4F62-9537-0BA1FAE83637}" dt="2025-10-06T18:19:20.929" v="200" actId="478"/>
        <pc:sldMkLst>
          <pc:docMk/>
          <pc:sldMk cId="276107073" sldId="266"/>
        </pc:sldMkLst>
        <pc:spChg chg="mod">
          <ac:chgData name="Benjamín de Jesús Cueva Niño de Guzmán" userId="56da303013910523" providerId="LiveId" clId="{532B7A48-8887-4F62-9537-0BA1FAE83637}" dt="2025-10-06T18:17:15.688" v="143" actId="20577"/>
          <ac:spMkLst>
            <pc:docMk/>
            <pc:sldMk cId="276107073" sldId="266"/>
            <ac:spMk id="17" creationId="{D7F5F1E9-B8A2-7307-A6A2-44518A748078}"/>
          </ac:spMkLst>
        </pc:spChg>
        <pc:spChg chg="mod">
          <ac:chgData name="Benjamín de Jesús Cueva Niño de Guzmán" userId="56da303013910523" providerId="LiveId" clId="{532B7A48-8887-4F62-9537-0BA1FAE83637}" dt="2025-10-06T18:19:00.322" v="196" actId="1035"/>
          <ac:spMkLst>
            <pc:docMk/>
            <pc:sldMk cId="276107073" sldId="266"/>
            <ac:spMk id="18" creationId="{8BF6BCB3-B99F-7872-69DB-1809D9107420}"/>
          </ac:spMkLst>
        </pc:spChg>
        <pc:picChg chg="del">
          <ac:chgData name="Benjamín de Jesús Cueva Niño de Guzmán" userId="56da303013910523" providerId="LiveId" clId="{532B7A48-8887-4F62-9537-0BA1FAE83637}" dt="2025-10-06T18:19:20.929" v="200" actId="478"/>
          <ac:picMkLst>
            <pc:docMk/>
            <pc:sldMk cId="276107073" sldId="266"/>
            <ac:picMk id="20" creationId="{47A74871-3CFC-C009-87BA-AA5A1CDE8AA5}"/>
          </ac:picMkLst>
        </pc:picChg>
        <pc:picChg chg="del">
          <ac:chgData name="Benjamín de Jesús Cueva Niño de Guzmán" userId="56da303013910523" providerId="LiveId" clId="{532B7A48-8887-4F62-9537-0BA1FAE83637}" dt="2025-10-06T18:19:20.574" v="199" actId="478"/>
          <ac:picMkLst>
            <pc:docMk/>
            <pc:sldMk cId="276107073" sldId="266"/>
            <ac:picMk id="21" creationId="{D827DD29-6E47-DE8E-4DE6-A1AA1FCAF833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744" v="3" actId="47"/>
        <pc:sldMkLst>
          <pc:docMk/>
          <pc:sldMk cId="1908454862" sldId="266"/>
        </pc:sldMkLst>
      </pc:sldChg>
      <pc:sldChg chg="del">
        <pc:chgData name="Benjamín de Jesús Cueva Niño de Guzmán" userId="56da303013910523" providerId="LiveId" clId="{532B7A48-8887-4F62-9537-0BA1FAE83637}" dt="2025-10-06T18:12:22.908" v="4" actId="47"/>
        <pc:sldMkLst>
          <pc:docMk/>
          <pc:sldMk cId="2922880924" sldId="267"/>
        </pc:sldMkLst>
      </pc:sldChg>
      <pc:sldChg chg="addSp delSp modSp add mod replId">
        <pc:chgData name="Benjamín de Jesús Cueva Niño de Guzmán" userId="56da303013910523" providerId="LiveId" clId="{532B7A48-8887-4F62-9537-0BA1FAE83637}" dt="2025-10-06T18:19:23.582" v="202" actId="478"/>
        <pc:sldMkLst>
          <pc:docMk/>
          <pc:sldMk cId="2925751976" sldId="267"/>
        </pc:sldMkLst>
        <pc:graphicFrameChg chg="mod modGraphic">
          <ac:chgData name="Benjamín de Jesús Cueva Niño de Guzmán" userId="56da303013910523" providerId="LiveId" clId="{532B7A48-8887-4F62-9537-0BA1FAE83637}" dt="2025-10-06T18:17:34.752" v="147"/>
          <ac:graphicFrameMkLst>
            <pc:docMk/>
            <pc:sldMk cId="2925751976" sldId="267"/>
            <ac:graphicFrameMk id="20" creationId="{6F696A06-7244-881E-8243-EA6F2C2DB2A9}"/>
          </ac:graphicFrameMkLst>
        </pc:graphicFrameChg>
        <pc:graphicFrameChg chg="mod">
          <ac:chgData name="Benjamín de Jesús Cueva Niño de Guzmán" userId="56da303013910523" providerId="LiveId" clId="{532B7A48-8887-4F62-9537-0BA1FAE83637}" dt="2025-10-06T18:17:42.034" v="148"/>
          <ac:graphicFrameMkLst>
            <pc:docMk/>
            <pc:sldMk cId="2925751976" sldId="267"/>
            <ac:graphicFrameMk id="29" creationId="{EEE0AAD5-D72A-BD41-F101-EE9FB15CECCA}"/>
          </ac:graphicFrameMkLst>
        </pc:graphicFrameChg>
        <pc:picChg chg="del">
          <ac:chgData name="Benjamín de Jesús Cueva Niño de Guzmán" userId="56da303013910523" providerId="LiveId" clId="{532B7A48-8887-4F62-9537-0BA1FAE83637}" dt="2025-10-06T18:16:58.244" v="125" actId="478"/>
          <ac:picMkLst>
            <pc:docMk/>
            <pc:sldMk cId="2925751976" sldId="267"/>
            <ac:picMk id="2" creationId="{9B956443-E427-A7E9-8E68-755857E2D968}"/>
          </ac:picMkLst>
        </pc:picChg>
        <pc:picChg chg="add mod">
          <ac:chgData name="Benjamín de Jesús Cueva Niño de Guzmán" userId="56da303013910523" providerId="LiveId" clId="{532B7A48-8887-4F62-9537-0BA1FAE83637}" dt="2025-10-06T18:18:37.831" v="172" actId="1076"/>
          <ac:picMkLst>
            <pc:docMk/>
            <pc:sldMk cId="2925751976" sldId="267"/>
            <ac:picMk id="3" creationId="{AFB74049-2EBF-47A0-027E-55BEEA18BC54}"/>
          </ac:picMkLst>
        </pc:picChg>
        <pc:picChg chg="del">
          <ac:chgData name="Benjamín de Jesús Cueva Niño de Guzmán" userId="56da303013910523" providerId="LiveId" clId="{532B7A48-8887-4F62-9537-0BA1FAE83637}" dt="2025-10-06T18:19:23.582" v="202" actId="478"/>
          <ac:picMkLst>
            <pc:docMk/>
            <pc:sldMk cId="2925751976" sldId="267"/>
            <ac:picMk id="13" creationId="{CA537C7C-ED85-2B15-2328-C5BB3A65EDFA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063" v="1" actId="47"/>
        <pc:sldMkLst>
          <pc:docMk/>
          <pc:sldMk cId="219967043" sldId="268"/>
        </pc:sldMkLst>
      </pc:sldChg>
      <pc:sldChg chg="delSp modSp add mod">
        <pc:chgData name="Benjamín de Jesús Cueva Niño de Guzmán" userId="56da303013910523" providerId="LiveId" clId="{532B7A48-8887-4F62-9537-0BA1FAE83637}" dt="2025-10-06T18:19:25.389" v="204" actId="478"/>
        <pc:sldMkLst>
          <pc:docMk/>
          <pc:sldMk cId="1138082283" sldId="268"/>
        </pc:sldMkLst>
        <pc:spChg chg="mod">
          <ac:chgData name="Benjamín de Jesús Cueva Niño de Guzmán" userId="56da303013910523" providerId="LiveId" clId="{532B7A48-8887-4F62-9537-0BA1FAE83637}" dt="2025-10-06T18:18:08.301" v="164" actId="20577"/>
          <ac:spMkLst>
            <pc:docMk/>
            <pc:sldMk cId="1138082283" sldId="268"/>
            <ac:spMk id="17" creationId="{FFBE138A-24C5-F363-015F-5F42BA98B0AD}"/>
          </ac:spMkLst>
        </pc:spChg>
        <pc:spChg chg="mod">
          <ac:chgData name="Benjamín de Jesús Cueva Niño de Guzmán" userId="56da303013910523" providerId="LiveId" clId="{532B7A48-8887-4F62-9537-0BA1FAE83637}" dt="2025-10-06T18:18:55.529" v="188" actId="1035"/>
          <ac:spMkLst>
            <pc:docMk/>
            <pc:sldMk cId="1138082283" sldId="268"/>
            <ac:spMk id="18" creationId="{1AA9C407-9018-7C46-625B-E4914F1E5529}"/>
          </ac:spMkLst>
        </pc:spChg>
        <pc:picChg chg="del">
          <ac:chgData name="Benjamín de Jesús Cueva Niño de Guzmán" userId="56da303013910523" providerId="LiveId" clId="{532B7A48-8887-4F62-9537-0BA1FAE83637}" dt="2025-10-06T18:19:25.389" v="204" actId="478"/>
          <ac:picMkLst>
            <pc:docMk/>
            <pc:sldMk cId="1138082283" sldId="268"/>
            <ac:picMk id="20" creationId="{3A94F348-9B05-3092-C172-4D31A2F15541}"/>
          </ac:picMkLst>
        </pc:picChg>
        <pc:picChg chg="del">
          <ac:chgData name="Benjamín de Jesús Cueva Niño de Guzmán" userId="56da303013910523" providerId="LiveId" clId="{532B7A48-8887-4F62-9537-0BA1FAE83637}" dt="2025-10-06T18:19:24.986" v="203" actId="478"/>
          <ac:picMkLst>
            <pc:docMk/>
            <pc:sldMk cId="1138082283" sldId="268"/>
            <ac:picMk id="21" creationId="{920BC8B9-9E28-F6C7-BE31-8DFE0412DB80}"/>
          </ac:picMkLst>
        </pc:picChg>
      </pc:sldChg>
      <pc:sldChg chg="addSp delSp modSp add mod replId">
        <pc:chgData name="Benjamín de Jesús Cueva Niño de Guzmán" userId="56da303013910523" providerId="LiveId" clId="{532B7A48-8887-4F62-9537-0BA1FAE83637}" dt="2025-10-06T18:19:27.684" v="205" actId="478"/>
        <pc:sldMkLst>
          <pc:docMk/>
          <pc:sldMk cId="457009047" sldId="269"/>
        </pc:sldMkLst>
        <pc:graphicFrameChg chg="mod modGraphic">
          <ac:chgData name="Benjamín de Jesús Cueva Niño de Guzmán" userId="56da303013910523" providerId="LiveId" clId="{532B7A48-8887-4F62-9537-0BA1FAE83637}" dt="2025-10-06T18:18:19.986" v="167"/>
          <ac:graphicFrameMkLst>
            <pc:docMk/>
            <pc:sldMk cId="457009047" sldId="269"/>
            <ac:graphicFrameMk id="20" creationId="{F5FC5875-00BA-867A-F43C-E5A330169CEA}"/>
          </ac:graphicFrameMkLst>
        </pc:graphicFrameChg>
        <pc:graphicFrameChg chg="mod">
          <ac:chgData name="Benjamín de Jesús Cueva Niño de Guzmán" userId="56da303013910523" providerId="LiveId" clId="{532B7A48-8887-4F62-9537-0BA1FAE83637}" dt="2025-10-06T18:18:49.099" v="173"/>
          <ac:graphicFrameMkLst>
            <pc:docMk/>
            <pc:sldMk cId="457009047" sldId="269"/>
            <ac:graphicFrameMk id="29" creationId="{DB3B08CC-EEE5-3953-62E5-550A099CA235}"/>
          </ac:graphicFrameMkLst>
        </pc:graphicFrameChg>
        <pc:picChg chg="add mod">
          <ac:chgData name="Benjamín de Jesús Cueva Niño de Guzmán" userId="56da303013910523" providerId="LiveId" clId="{532B7A48-8887-4F62-9537-0BA1FAE83637}" dt="2025-10-06T18:18:26.600" v="169" actId="1076"/>
          <ac:picMkLst>
            <pc:docMk/>
            <pc:sldMk cId="457009047" sldId="269"/>
            <ac:picMk id="2" creationId="{F8A412A7-F1FA-E0A8-183F-21BFA24651C9}"/>
          </ac:picMkLst>
        </pc:picChg>
        <pc:picChg chg="del">
          <ac:chgData name="Benjamín de Jesús Cueva Niño de Guzmán" userId="56da303013910523" providerId="LiveId" clId="{532B7A48-8887-4F62-9537-0BA1FAE83637}" dt="2025-10-06T18:19:27.684" v="205" actId="478"/>
          <ac:picMkLst>
            <pc:docMk/>
            <pc:sldMk cId="457009047" sldId="269"/>
            <ac:picMk id="13" creationId="{4638473F-8CB5-E8AE-2AAE-98E821A440F8}"/>
          </ac:picMkLst>
        </pc:picChg>
      </pc:sldChg>
      <pc:sldChg chg="del">
        <pc:chgData name="Benjamín de Jesús Cueva Niño de Guzmán" userId="56da303013910523" providerId="LiveId" clId="{532B7A48-8887-4F62-9537-0BA1FAE83637}" dt="2025-10-06T18:12:22.175" v="2" actId="47"/>
        <pc:sldMkLst>
          <pc:docMk/>
          <pc:sldMk cId="2902788057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14/02/2026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326" y="946609"/>
            <a:ext cx="3551656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sp>
        <p:nvSpPr>
          <p:cNvPr id="14" name="CuadroTexto 13"/>
          <p:cNvSpPr txBox="1"/>
          <p:nvPr/>
        </p:nvSpPr>
        <p:spPr>
          <a:xfrm>
            <a:off x="3019286" y="680869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4252904" y="1340914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2493035" y="1556955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/>
          <p:cNvSpPr txBox="1"/>
          <p:nvPr/>
        </p:nvSpPr>
        <p:spPr>
          <a:xfrm>
            <a:off x="-90772" y="1962231"/>
            <a:ext cx="10087570" cy="1908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CURSO en:</a:t>
            </a:r>
            <a:endParaRPr lang="es-PE" sz="600" b="1" dirty="0"/>
          </a:p>
          <a:p>
            <a:pPr algn="ctr"/>
            <a:r>
              <a:rPr lang="es-PE" sz="2800">
                <a:latin typeface="Britannic Bold" panose="020B0903060703020204" pitchFamily="34" charset="0"/>
              </a:rPr>
              <a:t>“{{TEMA_DIPLOMADO}}”</a:t>
            </a:r>
            <a:endParaRPr lang="es-PE" sz="2800" dirty="0">
              <a:latin typeface="Britannic Bold" panose="020B0903060703020204" pitchFamily="34" charset="0"/>
            </a:endParaRP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5752362" y="4186375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9" name="CuadroTexto 28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4ADDE962-DAB0-E96E-16F6-A0ACA884F653}"/>
              </a:ext>
            </a:extLst>
          </p:cNvPr>
          <p:cNvGrpSpPr/>
          <p:nvPr/>
        </p:nvGrpSpPr>
        <p:grpSpPr>
          <a:xfrm>
            <a:off x="2051259" y="5734670"/>
            <a:ext cx="6216028" cy="737099"/>
            <a:chOff x="2051259" y="5734670"/>
            <a:chExt cx="6216028" cy="737099"/>
          </a:xfrm>
        </p:grpSpPr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B310610E-EE62-5F79-54D7-B7715D5CEF0D}"/>
                </a:ext>
              </a:extLst>
            </p:cNvPr>
            <p:cNvSpPr txBox="1"/>
            <p:nvPr/>
          </p:nvSpPr>
          <p:spPr>
            <a:xfrm>
              <a:off x="2051259" y="6018720"/>
              <a:ext cx="2581057" cy="223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DECANO REGIONAL</a:t>
              </a:r>
            </a:p>
          </p:txBody>
        </p: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20522A33-0335-DECF-9B40-D8645FD4D737}"/>
                </a:ext>
              </a:extLst>
            </p:cNvPr>
            <p:cNvSpPr txBox="1"/>
            <p:nvPr/>
          </p:nvSpPr>
          <p:spPr>
            <a:xfrm>
              <a:off x="2183349" y="5734670"/>
              <a:ext cx="232999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s-PE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HANNOWER VELA VASQUEZ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46CA9E09-4D7B-24B6-7656-C9E85547A554}"/>
                </a:ext>
              </a:extLst>
            </p:cNvPr>
            <p:cNvCxnSpPr/>
            <p:nvPr/>
          </p:nvCxnSpPr>
          <p:spPr>
            <a:xfrm>
              <a:off x="2132246" y="5754753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0AA7070A-6171-9F3F-0547-3E100A7CB17B}"/>
                </a:ext>
              </a:extLst>
            </p:cNvPr>
            <p:cNvSpPr txBox="1"/>
            <p:nvPr/>
          </p:nvSpPr>
          <p:spPr>
            <a:xfrm>
              <a:off x="5686230" y="5987021"/>
              <a:ext cx="2581057" cy="4847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GERENTE GENERAL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INSTITUCIÓN EDUCATIVA ACADÉMICA Y</a:t>
              </a:r>
            </a:p>
            <a:p>
              <a:pPr algn="ctr"/>
              <a:r>
                <a:rPr lang="es-PE" sz="850" dirty="0">
                  <a:latin typeface="Arial" panose="020B0604020202020204" pitchFamily="34" charset="0"/>
                  <a:cs typeface="Arial" panose="020B0604020202020204" pitchFamily="34" charset="0"/>
                </a:rPr>
                <a:t>SOCIAL BERLIN SRL</a:t>
              </a:r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A416E7E4-7F8B-0061-6819-F814121DE47C}"/>
                </a:ext>
              </a:extLst>
            </p:cNvPr>
            <p:cNvSpPr txBox="1"/>
            <p:nvPr/>
          </p:nvSpPr>
          <p:spPr>
            <a:xfrm>
              <a:off x="6049512" y="5773608"/>
              <a:ext cx="1830950" cy="2231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PE" sz="850" b="1" dirty="0">
                  <a:latin typeface="Arial" panose="020B0604020202020204" pitchFamily="34" charset="0"/>
                  <a:cs typeface="Arial" panose="020B0604020202020204" pitchFamily="34" charset="0"/>
                </a:rPr>
                <a:t>SEGUNDO QUIÑONEZ MENDEZ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59B66AD9-9651-EC86-552A-00CDA3DECEA3}"/>
                </a:ext>
              </a:extLst>
            </p:cNvPr>
            <p:cNvCxnSpPr/>
            <p:nvPr/>
          </p:nvCxnSpPr>
          <p:spPr>
            <a:xfrm>
              <a:off x="5767217" y="5753060"/>
              <a:ext cx="2419085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3FC34F66-44CC-2288-42AF-06AD5D4D1E1B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050099" y="5314559"/>
            <a:ext cx="3365495" cy="1314243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5579E0D-4E75-0188-715B-6A2A897B4B92}"/>
              </a:ext>
            </a:extLst>
          </p:cNvPr>
          <p:cNvPicPr/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47" t="18378" r="6602" b="24324"/>
          <a:stretch/>
        </p:blipFill>
        <p:spPr bwMode="auto">
          <a:xfrm>
            <a:off x="1816543" y="5536777"/>
            <a:ext cx="3200400" cy="100965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0477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n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908" y="946609"/>
            <a:ext cx="3413074" cy="4653126"/>
          </a:xfrm>
          <a:prstGeom prst="rect">
            <a:avLst/>
          </a:prstGeom>
        </p:spPr>
      </p:pic>
      <p:sp>
        <p:nvSpPr>
          <p:cNvPr id="6" name="Placa 5"/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26" name="CuadroTexto 25"/>
          <p:cNvSpPr txBox="1"/>
          <p:nvPr/>
        </p:nvSpPr>
        <p:spPr>
          <a:xfrm>
            <a:off x="6592217" y="845974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graphicFrame>
        <p:nvGraphicFramePr>
          <p:cNvPr id="20" name="Tabla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7282173"/>
              </p:ext>
            </p:extLst>
          </p:nvPr>
        </p:nvGraphicFramePr>
        <p:xfrm>
          <a:off x="227269" y="2467252"/>
          <a:ext cx="2916000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53720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962280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PPE</a:t>
                      </a:r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pic>
        <p:nvPicPr>
          <p:cNvPr id="12" name="Imagen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8442" y="199447"/>
            <a:ext cx="2957853" cy="758326"/>
          </a:xfrm>
          <a:prstGeom prst="rect">
            <a:avLst/>
          </a:prstGeom>
        </p:spPr>
      </p:pic>
      <p:graphicFrame>
        <p:nvGraphicFramePr>
          <p:cNvPr id="21" name="Tabla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049798"/>
              </p:ext>
            </p:extLst>
          </p:nvPr>
        </p:nvGraphicFramePr>
        <p:xfrm>
          <a:off x="227269" y="4465779"/>
          <a:ext cx="2916000" cy="3360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60911">
                  <a:extLst>
                    <a:ext uri="{9D8B030D-6E8A-4147-A177-3AD203B41FA5}">
                      <a16:colId xmlns:a16="http://schemas.microsoft.com/office/drawing/2014/main" val="2813972394"/>
                    </a:ext>
                  </a:extLst>
                </a:gridCol>
                <a:gridCol w="1055089">
                  <a:extLst>
                    <a:ext uri="{9D8B030D-6E8A-4147-A177-3AD203B41FA5}">
                      <a16:colId xmlns:a16="http://schemas.microsoft.com/office/drawing/2014/main" val="1981345291"/>
                    </a:ext>
                  </a:extLst>
                </a:gridCol>
              </a:tblGrid>
              <a:tr h="336094">
                <a:tc>
                  <a:txBody>
                    <a:bodyPr/>
                    <a:lstStyle/>
                    <a:p>
                      <a:r>
                        <a:rPr lang="es-PE" sz="1400" b="1" dirty="0"/>
                        <a:t> </a:t>
                      </a:r>
                      <a:r>
                        <a:rPr lang="es-PE" sz="1100" b="1" dirty="0"/>
                        <a:t>CALIFICACIÓN :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500" dirty="0"/>
                        <a:t>19</a:t>
                      </a:r>
                      <a:endParaRPr lang="en-US" sz="15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7351207"/>
                  </a:ext>
                </a:extLst>
              </a:tr>
            </a:tbl>
          </a:graphicData>
        </a:graphic>
      </p:graphicFrame>
      <p:pic>
        <p:nvPicPr>
          <p:cNvPr id="27" name="Imagen 26"/>
          <p:cNvPicPr>
            <a:picLocks noChangeAspect="1"/>
          </p:cNvPicPr>
          <p:nvPr/>
        </p:nvPicPr>
        <p:blipFill rotWithShape="1">
          <a:blip r:embed="rId4"/>
          <a:srcRect l="4716" r="4485"/>
          <a:stretch/>
        </p:blipFill>
        <p:spPr>
          <a:xfrm>
            <a:off x="534757" y="230243"/>
            <a:ext cx="2563572" cy="864296"/>
          </a:xfrm>
          <a:prstGeom prst="rect">
            <a:avLst/>
          </a:prstGeom>
        </p:spPr>
      </p:pic>
      <p:sp>
        <p:nvSpPr>
          <p:cNvPr id="28" name="CuadroTexto 27"/>
          <p:cNvSpPr txBox="1"/>
          <p:nvPr/>
        </p:nvSpPr>
        <p:spPr>
          <a:xfrm>
            <a:off x="792801" y="982048"/>
            <a:ext cx="1642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600" b="1" dirty="0"/>
              <a:t>R.P N° 1127 1967</a:t>
            </a:r>
          </a:p>
        </p:txBody>
      </p:sp>
      <p:graphicFrame>
        <p:nvGraphicFramePr>
          <p:cNvPr id="24" name="Tabla 23"/>
          <p:cNvGraphicFramePr>
            <a:graphicFrameLocks noGrp="1"/>
          </p:cNvGraphicFramePr>
          <p:nvPr/>
        </p:nvGraphicFramePr>
        <p:xfrm>
          <a:off x="3203501" y="1539657"/>
          <a:ext cx="6412523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412523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9" name="Tabla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939982"/>
              </p:ext>
            </p:extLst>
          </p:nvPr>
        </p:nvGraphicFramePr>
        <p:xfrm>
          <a:off x="3203502" y="1974652"/>
          <a:ext cx="6412523" cy="1492791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7389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545134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</a:t>
                      </a:r>
                      <a:endParaRPr lang="en-US" sz="11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00568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III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IV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182174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PE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MÓDULO V</a:t>
                      </a:r>
                      <a:endParaRPr lang="en-US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4625614"/>
                  </a:ext>
                </a:extLst>
              </a:tr>
            </a:tbl>
          </a:graphicData>
        </a:graphic>
      </p:graphicFrame>
      <p:pic>
        <p:nvPicPr>
          <p:cNvPr id="3" name="Imagen 2">
            <a:extLst>
              <a:ext uri="{FF2B5EF4-FFF2-40B4-BE49-F238E27FC236}">
                <a16:creationId xmlns:a16="http://schemas.microsoft.com/office/drawing/2014/main" id="{AB7EE0B6-B919-423B-6A1B-5DB7F9F6C8D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6974"/>
          <a:stretch/>
        </p:blipFill>
        <p:spPr>
          <a:xfrm>
            <a:off x="1486822" y="3957005"/>
            <a:ext cx="455266" cy="30881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385E0D12-7AAE-301C-8B48-6FE48D0B69EE}"/>
              </a:ext>
            </a:extLst>
          </p:cNvPr>
          <p:cNvSpPr txBox="1"/>
          <p:nvPr/>
        </p:nvSpPr>
        <p:spPr>
          <a:xfrm>
            <a:off x="1113988" y="5089855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12104593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39946</TotalTime>
  <Words>197</Words>
  <Application>Microsoft Office PowerPoint</Application>
  <PresentationFormat>A4 (210 x 297 mm)</PresentationFormat>
  <Paragraphs>44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1" baseType="lpstr">
      <vt:lpstr>Algerian</vt:lpstr>
      <vt:lpstr>Arial</vt:lpstr>
      <vt:lpstr>Arial Black</vt:lpstr>
      <vt:lpstr>Arial Rounded MT Bold</vt:lpstr>
      <vt:lpstr>Britannic Bold</vt:lpstr>
      <vt:lpstr>Calibri</vt:lpstr>
      <vt:lpstr>Calibri Light</vt:lpstr>
      <vt:lpstr>Franklin Gothic Demi Cond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473</cp:revision>
  <cp:lastPrinted>2025-09-30T22:19:02Z</cp:lastPrinted>
  <dcterms:created xsi:type="dcterms:W3CDTF">2021-04-21T14:50:50Z</dcterms:created>
  <dcterms:modified xsi:type="dcterms:W3CDTF">2026-02-14T21:15:46Z</dcterms:modified>
</cp:coreProperties>
</file>