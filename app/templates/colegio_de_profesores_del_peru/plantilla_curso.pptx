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9A2BC-EA23-4FA3-A174-4D9DE9232810}" v="17" dt="2025-10-06T18:18:49.099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addSld delSld modSld">
      <pc:chgData name="Benjamín de Jesús Cueva Niño de Guzmán" userId="56da303013910523" providerId="LiveId" clId="{532B7A48-8887-4F62-9537-0BA1FAE83637}" dt="2025-10-06T18:19:27.684" v="205" actId="478"/>
      <pc:docMkLst>
        <pc:docMk/>
      </pc:docMkLst>
      <pc:sldChg chg="delSp modSp mod">
        <pc:chgData name="Benjamín de Jesús Cueva Niño de Guzmán" userId="56da303013910523" providerId="LiveId" clId="{532B7A48-8887-4F62-9537-0BA1FAE83637}" dt="2025-10-06T18:19:19.302" v="198" actId="478"/>
        <pc:sldMkLst>
          <pc:docMk/>
          <pc:sldMk cId="3047749852" sldId="264"/>
        </pc:sldMkLst>
        <pc:spChg chg="mod">
          <ac:chgData name="Benjamín de Jesús Cueva Niño de Guzmán" userId="56da303013910523" providerId="LiveId" clId="{532B7A48-8887-4F62-9537-0BA1FAE83637}" dt="2025-10-06T18:12:20.350" v="0"/>
          <ac:spMkLst>
            <pc:docMk/>
            <pc:sldMk cId="3047749852" sldId="264"/>
            <ac:spMk id="16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6:08.002" v="103" actId="20577"/>
          <ac:spMkLst>
            <pc:docMk/>
            <pc:sldMk cId="3047749852" sldId="264"/>
            <ac:spMk id="17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5:56.870" v="96" actId="20577"/>
          <ac:spMkLst>
            <pc:docMk/>
            <pc:sldMk cId="3047749852" sldId="264"/>
            <ac:spMk id="18" creationId="{00000000-0000-0000-0000-000000000000}"/>
          </ac:spMkLst>
        </pc:spChg>
        <pc:picChg chg="del">
          <ac:chgData name="Benjamín de Jesús Cueva Niño de Guzmán" userId="56da303013910523" providerId="LiveId" clId="{532B7A48-8887-4F62-9537-0BA1FAE83637}" dt="2025-10-06T18:19:19.302" v="198" actId="478"/>
          <ac:picMkLst>
            <pc:docMk/>
            <pc:sldMk cId="3047749852" sldId="264"/>
            <ac:picMk id="20" creationId="{2A58D08C-5987-F518-DED7-3FFEAE982996}"/>
          </ac:picMkLst>
        </pc:picChg>
        <pc:picChg chg="del">
          <ac:chgData name="Benjamín de Jesús Cueva Niño de Guzmán" userId="56da303013910523" providerId="LiveId" clId="{532B7A48-8887-4F62-9537-0BA1FAE83637}" dt="2025-10-06T18:19:18.890" v="197" actId="478"/>
          <ac:picMkLst>
            <pc:docMk/>
            <pc:sldMk cId="3047749852" sldId="264"/>
            <ac:picMk id="21" creationId="{2134BA70-53C9-CA9E-7E80-5BC479ADAB4D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5-10-06T18:19:22.325" v="201" actId="478"/>
        <pc:sldMkLst>
          <pc:docMk/>
          <pc:sldMk cId="1210459346" sldId="265"/>
        </pc:sldMkLst>
        <pc:graphicFrameChg chg="mod modGraphic">
          <ac:chgData name="Benjamín de Jesús Cueva Niño de Guzmán" userId="56da303013910523" providerId="LiveId" clId="{532B7A48-8887-4F62-9537-0BA1FAE83637}" dt="2025-10-06T18:15:17.121" v="57" actId="20577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modGraphic">
          <ac:chgData name="Benjamín de Jesús Cueva Niño de Guzmán" userId="56da303013910523" providerId="LiveId" clId="{532B7A48-8887-4F62-9537-0BA1FAE83637}" dt="2025-10-06T18:14:58.690" v="50" actId="20577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 modGraphic">
          <ac:chgData name="Benjamín de Jesús Cueva Niño de Guzmán" userId="56da303013910523" providerId="LiveId" clId="{532B7A48-8887-4F62-9537-0BA1FAE83637}" dt="2025-10-06T18:16:32.141" v="107" actId="2165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6:20.491" v="106" actId="1076"/>
          <ac:picMkLst>
            <pc:docMk/>
            <pc:sldMk cId="1210459346" sldId="265"/>
            <ac:picMk id="2" creationId="{A2DC8FEA-B25E-2C78-E00B-93CC39D45FA3}"/>
          </ac:picMkLst>
        </pc:picChg>
        <pc:picChg chg="del">
          <ac:chgData name="Benjamín de Jesús Cueva Niño de Guzmán" userId="56da303013910523" providerId="LiveId" clId="{532B7A48-8887-4F62-9537-0BA1FAE83637}" dt="2025-10-06T18:12:29.385" v="8" actId="478"/>
          <ac:picMkLst>
            <pc:docMk/>
            <pc:sldMk cId="1210459346" sldId="265"/>
            <ac:picMk id="3" creationId="{DD8E373B-7AB0-4152-1FF0-C517549F3ACF}"/>
          </ac:picMkLst>
        </pc:picChg>
        <pc:picChg chg="del">
          <ac:chgData name="Benjamín de Jesús Cueva Niño de Guzmán" userId="56da303013910523" providerId="LiveId" clId="{532B7A48-8887-4F62-9537-0BA1FAE83637}" dt="2025-10-06T18:19:22.325" v="201" actId="478"/>
          <ac:picMkLst>
            <pc:docMk/>
            <pc:sldMk cId="1210459346" sldId="265"/>
            <ac:picMk id="13" creationId="{00000000-0000-0000-0000-000000000000}"/>
          </ac:picMkLst>
        </pc:picChg>
      </pc:sldChg>
      <pc:sldChg chg="delSp modSp add mod">
        <pc:chgData name="Benjamín de Jesús Cueva Niño de Guzmán" userId="56da303013910523" providerId="LiveId" clId="{532B7A48-8887-4F62-9537-0BA1FAE83637}" dt="2025-10-06T18:19:20.929" v="200" actId="478"/>
        <pc:sldMkLst>
          <pc:docMk/>
          <pc:sldMk cId="276107073" sldId="266"/>
        </pc:sldMkLst>
        <pc:spChg chg="mod">
          <ac:chgData name="Benjamín de Jesús Cueva Niño de Guzmán" userId="56da303013910523" providerId="LiveId" clId="{532B7A48-8887-4F62-9537-0BA1FAE83637}" dt="2025-10-06T18:17:15.688" v="143" actId="20577"/>
          <ac:spMkLst>
            <pc:docMk/>
            <pc:sldMk cId="276107073" sldId="266"/>
            <ac:spMk id="17" creationId="{D7F5F1E9-B8A2-7307-A6A2-44518A748078}"/>
          </ac:spMkLst>
        </pc:spChg>
        <pc:spChg chg="mod">
          <ac:chgData name="Benjamín de Jesús Cueva Niño de Guzmán" userId="56da303013910523" providerId="LiveId" clId="{532B7A48-8887-4F62-9537-0BA1FAE83637}" dt="2025-10-06T18:19:00.322" v="196" actId="1035"/>
          <ac:spMkLst>
            <pc:docMk/>
            <pc:sldMk cId="276107073" sldId="266"/>
            <ac:spMk id="18" creationId="{8BF6BCB3-B99F-7872-69DB-1809D9107420}"/>
          </ac:spMkLst>
        </pc:spChg>
        <pc:picChg chg="del">
          <ac:chgData name="Benjamín de Jesús Cueva Niño de Guzmán" userId="56da303013910523" providerId="LiveId" clId="{532B7A48-8887-4F62-9537-0BA1FAE83637}" dt="2025-10-06T18:19:20.929" v="200" actId="478"/>
          <ac:picMkLst>
            <pc:docMk/>
            <pc:sldMk cId="276107073" sldId="266"/>
            <ac:picMk id="20" creationId="{47A74871-3CFC-C009-87BA-AA5A1CDE8AA5}"/>
          </ac:picMkLst>
        </pc:picChg>
        <pc:picChg chg="del">
          <ac:chgData name="Benjamín de Jesús Cueva Niño de Guzmán" userId="56da303013910523" providerId="LiveId" clId="{532B7A48-8887-4F62-9537-0BA1FAE83637}" dt="2025-10-06T18:19:20.574" v="199" actId="478"/>
          <ac:picMkLst>
            <pc:docMk/>
            <pc:sldMk cId="276107073" sldId="266"/>
            <ac:picMk id="21" creationId="{D827DD29-6E47-DE8E-4DE6-A1AA1FCAF833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744" v="3" actId="47"/>
        <pc:sldMkLst>
          <pc:docMk/>
          <pc:sldMk cId="1908454862" sldId="266"/>
        </pc:sldMkLst>
      </pc:sldChg>
      <pc:sldChg chg="del">
        <pc:chgData name="Benjamín de Jesús Cueva Niño de Guzmán" userId="56da303013910523" providerId="LiveId" clId="{532B7A48-8887-4F62-9537-0BA1FAE83637}" dt="2025-10-06T18:12:22.908" v="4" actId="47"/>
        <pc:sldMkLst>
          <pc:docMk/>
          <pc:sldMk cId="2922880924" sldId="267"/>
        </pc:sldMkLst>
      </pc:sldChg>
      <pc:sldChg chg="addSp delSp modSp add mod replId">
        <pc:chgData name="Benjamín de Jesús Cueva Niño de Guzmán" userId="56da303013910523" providerId="LiveId" clId="{532B7A48-8887-4F62-9537-0BA1FAE83637}" dt="2025-10-06T18:19:23.582" v="202" actId="478"/>
        <pc:sldMkLst>
          <pc:docMk/>
          <pc:sldMk cId="2925751976" sldId="267"/>
        </pc:sldMkLst>
        <pc:graphicFrameChg chg="mod modGraphic">
          <ac:chgData name="Benjamín de Jesús Cueva Niño de Guzmán" userId="56da303013910523" providerId="LiveId" clId="{532B7A48-8887-4F62-9537-0BA1FAE83637}" dt="2025-10-06T18:17:34.752" v="147"/>
          <ac:graphicFrameMkLst>
            <pc:docMk/>
            <pc:sldMk cId="2925751976" sldId="267"/>
            <ac:graphicFrameMk id="20" creationId="{6F696A06-7244-881E-8243-EA6F2C2DB2A9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7:42.034" v="148"/>
          <ac:graphicFrameMkLst>
            <pc:docMk/>
            <pc:sldMk cId="2925751976" sldId="267"/>
            <ac:graphicFrameMk id="29" creationId="{EEE0AAD5-D72A-BD41-F101-EE9FB15CECCA}"/>
          </ac:graphicFrameMkLst>
        </pc:graphicFrameChg>
        <pc:picChg chg="del">
          <ac:chgData name="Benjamín de Jesús Cueva Niño de Guzmán" userId="56da303013910523" providerId="LiveId" clId="{532B7A48-8887-4F62-9537-0BA1FAE83637}" dt="2025-10-06T18:16:58.244" v="125" actId="478"/>
          <ac:picMkLst>
            <pc:docMk/>
            <pc:sldMk cId="2925751976" sldId="267"/>
            <ac:picMk id="2" creationId="{9B956443-E427-A7E9-8E68-755857E2D968}"/>
          </ac:picMkLst>
        </pc:picChg>
        <pc:picChg chg="add mod">
          <ac:chgData name="Benjamín de Jesús Cueva Niño de Guzmán" userId="56da303013910523" providerId="LiveId" clId="{532B7A48-8887-4F62-9537-0BA1FAE83637}" dt="2025-10-06T18:18:37.831" v="172" actId="1076"/>
          <ac:picMkLst>
            <pc:docMk/>
            <pc:sldMk cId="2925751976" sldId="267"/>
            <ac:picMk id="3" creationId="{AFB74049-2EBF-47A0-027E-55BEEA18BC54}"/>
          </ac:picMkLst>
        </pc:picChg>
        <pc:picChg chg="del">
          <ac:chgData name="Benjamín de Jesús Cueva Niño de Guzmán" userId="56da303013910523" providerId="LiveId" clId="{532B7A48-8887-4F62-9537-0BA1FAE83637}" dt="2025-10-06T18:19:23.582" v="202" actId="478"/>
          <ac:picMkLst>
            <pc:docMk/>
            <pc:sldMk cId="2925751976" sldId="267"/>
            <ac:picMk id="13" creationId="{CA537C7C-ED85-2B15-2328-C5BB3A65EDFA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063" v="1" actId="47"/>
        <pc:sldMkLst>
          <pc:docMk/>
          <pc:sldMk cId="219967043" sldId="268"/>
        </pc:sldMkLst>
      </pc:sldChg>
      <pc:sldChg chg="delSp modSp add mod">
        <pc:chgData name="Benjamín de Jesús Cueva Niño de Guzmán" userId="56da303013910523" providerId="LiveId" clId="{532B7A48-8887-4F62-9537-0BA1FAE83637}" dt="2025-10-06T18:19:25.389" v="204" actId="478"/>
        <pc:sldMkLst>
          <pc:docMk/>
          <pc:sldMk cId="1138082283" sldId="268"/>
        </pc:sldMkLst>
        <pc:spChg chg="mod">
          <ac:chgData name="Benjamín de Jesús Cueva Niño de Guzmán" userId="56da303013910523" providerId="LiveId" clId="{532B7A48-8887-4F62-9537-0BA1FAE83637}" dt="2025-10-06T18:18:08.301" v="164" actId="20577"/>
          <ac:spMkLst>
            <pc:docMk/>
            <pc:sldMk cId="1138082283" sldId="268"/>
            <ac:spMk id="17" creationId="{FFBE138A-24C5-F363-015F-5F42BA98B0AD}"/>
          </ac:spMkLst>
        </pc:spChg>
        <pc:spChg chg="mod">
          <ac:chgData name="Benjamín de Jesús Cueva Niño de Guzmán" userId="56da303013910523" providerId="LiveId" clId="{532B7A48-8887-4F62-9537-0BA1FAE83637}" dt="2025-10-06T18:18:55.529" v="188" actId="1035"/>
          <ac:spMkLst>
            <pc:docMk/>
            <pc:sldMk cId="1138082283" sldId="268"/>
            <ac:spMk id="18" creationId="{1AA9C407-9018-7C46-625B-E4914F1E5529}"/>
          </ac:spMkLst>
        </pc:spChg>
        <pc:picChg chg="del">
          <ac:chgData name="Benjamín de Jesús Cueva Niño de Guzmán" userId="56da303013910523" providerId="LiveId" clId="{532B7A48-8887-4F62-9537-0BA1FAE83637}" dt="2025-10-06T18:19:25.389" v="204" actId="478"/>
          <ac:picMkLst>
            <pc:docMk/>
            <pc:sldMk cId="1138082283" sldId="268"/>
            <ac:picMk id="20" creationId="{3A94F348-9B05-3092-C172-4D31A2F15541}"/>
          </ac:picMkLst>
        </pc:picChg>
        <pc:picChg chg="del">
          <ac:chgData name="Benjamín de Jesús Cueva Niño de Guzmán" userId="56da303013910523" providerId="LiveId" clId="{532B7A48-8887-4F62-9537-0BA1FAE83637}" dt="2025-10-06T18:19:24.986" v="203" actId="478"/>
          <ac:picMkLst>
            <pc:docMk/>
            <pc:sldMk cId="1138082283" sldId="268"/>
            <ac:picMk id="21" creationId="{920BC8B9-9E28-F6C7-BE31-8DFE0412DB80}"/>
          </ac:picMkLst>
        </pc:picChg>
      </pc:sldChg>
      <pc:sldChg chg="addSp delSp modSp add mod replId">
        <pc:chgData name="Benjamín de Jesús Cueva Niño de Guzmán" userId="56da303013910523" providerId="LiveId" clId="{532B7A48-8887-4F62-9537-0BA1FAE83637}" dt="2025-10-06T18:19:27.684" v="205" actId="478"/>
        <pc:sldMkLst>
          <pc:docMk/>
          <pc:sldMk cId="457009047" sldId="269"/>
        </pc:sldMkLst>
        <pc:graphicFrameChg chg="mod modGraphic">
          <ac:chgData name="Benjamín de Jesús Cueva Niño de Guzmán" userId="56da303013910523" providerId="LiveId" clId="{532B7A48-8887-4F62-9537-0BA1FAE83637}" dt="2025-10-06T18:18:19.986" v="167"/>
          <ac:graphicFrameMkLst>
            <pc:docMk/>
            <pc:sldMk cId="457009047" sldId="269"/>
            <ac:graphicFrameMk id="20" creationId="{F5FC5875-00BA-867A-F43C-E5A330169CEA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8:49.099" v="173"/>
          <ac:graphicFrameMkLst>
            <pc:docMk/>
            <pc:sldMk cId="457009047" sldId="269"/>
            <ac:graphicFrameMk id="29" creationId="{DB3B08CC-EEE5-3953-62E5-550A099CA235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8:26.600" v="169" actId="1076"/>
          <ac:picMkLst>
            <pc:docMk/>
            <pc:sldMk cId="457009047" sldId="269"/>
            <ac:picMk id="2" creationId="{F8A412A7-F1FA-E0A8-183F-21BFA24651C9}"/>
          </ac:picMkLst>
        </pc:picChg>
        <pc:picChg chg="del">
          <ac:chgData name="Benjamín de Jesús Cueva Niño de Guzmán" userId="56da303013910523" providerId="LiveId" clId="{532B7A48-8887-4F62-9537-0BA1FAE83637}" dt="2025-10-06T18:19:27.684" v="205" actId="478"/>
          <ac:picMkLst>
            <pc:docMk/>
            <pc:sldMk cId="457009047" sldId="269"/>
            <ac:picMk id="13" creationId="{4638473F-8CB5-E8AE-2AAE-98E821A440F8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175" v="2" actId="47"/>
        <pc:sldMkLst>
          <pc:docMk/>
          <pc:sldMk cId="2902788057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</a:t>
            </a:r>
            <a:r>
              <a:rPr lang="es-ES" sz="2800"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186375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199</Words>
  <Application>Microsoft Office PowerPoint</Application>
  <PresentationFormat>A4 (210 x 297 mm)</PresentationFormat>
  <Paragraphs>44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472</cp:revision>
  <cp:lastPrinted>2025-09-30T22:19:02Z</cp:lastPrinted>
  <dcterms:created xsi:type="dcterms:W3CDTF">2021-04-21T14:50:50Z</dcterms:created>
  <dcterms:modified xsi:type="dcterms:W3CDTF">2026-02-14T21:12:37Z</dcterms:modified>
</cp:coreProperties>
</file>