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BE734B-175E-4949-887B-DE36A53E665C}" v="61" dt="2025-09-05T23:13:14.055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81BE734B-175E-4949-887B-DE36A53E665C}"/>
    <pc:docChg chg="undo custSel addSld delSld modSld">
      <pc:chgData name="Benjamín de Jesús Cueva Niño de Guzmán" userId="56da303013910523" providerId="LiveId" clId="{81BE734B-175E-4949-887B-DE36A53E665C}" dt="2025-09-05T23:13:14.778" v="781" actId="478"/>
      <pc:docMkLst>
        <pc:docMk/>
      </pc:docMkLst>
      <pc:sldChg chg="addSp delSp modSp mod">
        <pc:chgData name="Benjamín de Jesús Cueva Niño de Guzmán" userId="56da303013910523" providerId="LiveId" clId="{81BE734B-175E-4949-887B-DE36A53E665C}" dt="2025-09-05T23:13:14.778" v="781" actId="478"/>
        <pc:sldMkLst>
          <pc:docMk/>
          <pc:sldMk cId="3047749852" sldId="264"/>
        </pc:sldMkLst>
        <pc:spChg chg="add mod">
          <ac:chgData name="Benjamín de Jesús Cueva Niño de Guzmán" userId="56da303013910523" providerId="LiveId" clId="{81BE734B-175E-4949-887B-DE36A53E665C}" dt="2025-09-01T23:23:02.407" v="495"/>
          <ac:spMkLst>
            <pc:docMk/>
            <pc:sldMk cId="3047749852" sldId="264"/>
            <ac:spMk id="4" creationId="{74525A67-AF69-5405-4E77-CC1CA582A767}"/>
          </ac:spMkLst>
        </pc:spChg>
        <pc:spChg chg="mod">
          <ac:chgData name="Benjamín de Jesús Cueva Niño de Guzmán" userId="56da303013910523" providerId="LiveId" clId="{81BE734B-175E-4949-887B-DE36A53E665C}" dt="2025-09-01T23:23:15.286" v="521" actId="1035"/>
          <ac:spMkLst>
            <pc:docMk/>
            <pc:sldMk cId="3047749852" sldId="264"/>
            <ac:spMk id="15" creationId="{00000000-0000-0000-0000-000000000000}"/>
          </ac:spMkLst>
        </pc:spChg>
        <pc:spChg chg="mod">
          <ac:chgData name="Benjamín de Jesús Cueva Niño de Guzmán" userId="56da303013910523" providerId="LiveId" clId="{81BE734B-175E-4949-887B-DE36A53E665C}" dt="2025-09-02T13:31:00.019" v="740" actId="20577"/>
          <ac:spMkLst>
            <pc:docMk/>
            <pc:sldMk cId="3047749852" sldId="264"/>
            <ac:spMk id="16" creationId="{00000000-0000-0000-0000-000000000000}"/>
          </ac:spMkLst>
        </pc:spChg>
        <pc:spChg chg="mod">
          <ac:chgData name="Benjamín de Jesús Cueva Niño de Guzmán" userId="56da303013910523" providerId="LiveId" clId="{81BE734B-175E-4949-887B-DE36A53E665C}" dt="2025-09-01T23:25:03.867" v="678"/>
          <ac:spMkLst>
            <pc:docMk/>
            <pc:sldMk cId="3047749852" sldId="264"/>
            <ac:spMk id="17" creationId="{00000000-0000-0000-0000-000000000000}"/>
          </ac:spMkLst>
        </pc:spChg>
        <pc:spChg chg="mod">
          <ac:chgData name="Benjamín de Jesús Cueva Niño de Guzmán" userId="56da303013910523" providerId="LiveId" clId="{81BE734B-175E-4949-887B-DE36A53E665C}" dt="2025-09-02T13:26:36.055" v="690" actId="1035"/>
          <ac:spMkLst>
            <pc:docMk/>
            <pc:sldMk cId="3047749852" sldId="264"/>
            <ac:spMk id="18" creationId="{00000000-0000-0000-0000-000000000000}"/>
          </ac:spMkLst>
        </pc:spChg>
        <pc:picChg chg="add del">
          <ac:chgData name="Benjamín de Jesús Cueva Niño de Guzmán" userId="56da303013910523" providerId="LiveId" clId="{81BE734B-175E-4949-887B-DE36A53E665C}" dt="2025-09-05T23:13:14.624" v="780" actId="478"/>
          <ac:picMkLst>
            <pc:docMk/>
            <pc:sldMk cId="3047749852" sldId="264"/>
            <ac:picMk id="20" creationId="{2A58D08C-5987-F518-DED7-3FFEAE982996}"/>
          </ac:picMkLst>
        </pc:picChg>
        <pc:picChg chg="add del">
          <ac:chgData name="Benjamín de Jesús Cueva Niño de Guzmán" userId="56da303013910523" providerId="LiveId" clId="{81BE734B-175E-4949-887B-DE36A53E665C}" dt="2025-09-05T23:13:14.778" v="781" actId="478"/>
          <ac:picMkLst>
            <pc:docMk/>
            <pc:sldMk cId="3047749852" sldId="264"/>
            <ac:picMk id="21" creationId="{2134BA70-53C9-CA9E-7E80-5BC479ADAB4D}"/>
          </ac:picMkLst>
        </pc:picChg>
      </pc:sldChg>
      <pc:sldChg chg="addSp delSp modSp mod">
        <pc:chgData name="Benjamín de Jesús Cueva Niño de Guzmán" userId="56da303013910523" providerId="LiveId" clId="{81BE734B-175E-4949-887B-DE36A53E665C}" dt="2025-09-05T23:13:14.192" v="777" actId="478"/>
        <pc:sldMkLst>
          <pc:docMk/>
          <pc:sldMk cId="1210459346" sldId="265"/>
        </pc:sldMkLst>
        <pc:graphicFrameChg chg="mod modGraphic">
          <ac:chgData name="Benjamín de Jesús Cueva Niño de Guzmán" userId="56da303013910523" providerId="LiveId" clId="{81BE734B-175E-4949-887B-DE36A53E665C}" dt="2025-09-02T13:26:38.147" v="691"/>
          <ac:graphicFrameMkLst>
            <pc:docMk/>
            <pc:sldMk cId="1210459346" sldId="265"/>
            <ac:graphicFrameMk id="20" creationId="{00000000-0000-0000-0000-000000000000}"/>
          </ac:graphicFrameMkLst>
        </pc:graphicFrameChg>
        <pc:graphicFrameChg chg="mod modGraphic">
          <ac:chgData name="Benjamín de Jesús Cueva Niño de Guzmán" userId="56da303013910523" providerId="LiveId" clId="{81BE734B-175E-4949-887B-DE36A53E665C}" dt="2025-09-01T23:16:28.080" v="151"/>
          <ac:graphicFrameMkLst>
            <pc:docMk/>
            <pc:sldMk cId="1210459346" sldId="265"/>
            <ac:graphicFrameMk id="21" creationId="{00000000-0000-0000-0000-000000000000}"/>
          </ac:graphicFrameMkLst>
        </pc:graphicFrameChg>
        <pc:graphicFrameChg chg="mod">
          <ac:chgData name="Benjamín de Jesús Cueva Niño de Guzmán" userId="56da303013910523" providerId="LiveId" clId="{81BE734B-175E-4949-887B-DE36A53E665C}" dt="2025-09-01T23:16:16.716" v="146" actId="1038"/>
          <ac:graphicFrameMkLst>
            <pc:docMk/>
            <pc:sldMk cId="1210459346" sldId="265"/>
            <ac:graphicFrameMk id="24" creationId="{00000000-0000-0000-0000-000000000000}"/>
          </ac:graphicFrameMkLst>
        </pc:graphicFrameChg>
        <pc:graphicFrameChg chg="mod modGraphic">
          <ac:chgData name="Benjamín de Jesús Cueva Niño de Guzmán" userId="56da303013910523" providerId="LiveId" clId="{81BE734B-175E-4949-887B-DE36A53E665C}" dt="2025-09-01T23:17:18.948" v="195" actId="122"/>
          <ac:graphicFrameMkLst>
            <pc:docMk/>
            <pc:sldMk cId="1210459346" sldId="265"/>
            <ac:graphicFrameMk id="29" creationId="{00000000-0000-0000-0000-000000000000}"/>
          </ac:graphicFrameMkLst>
        </pc:graphicFrameChg>
        <pc:picChg chg="add mod">
          <ac:chgData name="Benjamín de Jesús Cueva Niño de Guzmán" userId="56da303013910523" providerId="LiveId" clId="{81BE734B-175E-4949-887B-DE36A53E665C}" dt="2025-09-02T13:32:18.335" v="754" actId="1076"/>
          <ac:picMkLst>
            <pc:docMk/>
            <pc:sldMk cId="1210459346" sldId="265"/>
            <ac:picMk id="4" creationId="{F4B535D0-0164-58E0-2E57-1648D6378573}"/>
          </ac:picMkLst>
        </pc:picChg>
        <pc:picChg chg="add del mod">
          <ac:chgData name="Benjamín de Jesús Cueva Niño de Guzmán" userId="56da303013910523" providerId="LiveId" clId="{81BE734B-175E-4949-887B-DE36A53E665C}" dt="2025-09-05T23:13:14.192" v="777" actId="478"/>
          <ac:picMkLst>
            <pc:docMk/>
            <pc:sldMk cId="1210459346" sldId="265"/>
            <ac:picMk id="13" creationId="{00000000-0000-0000-0000-000000000000}"/>
          </ac:picMkLst>
        </pc:picChg>
        <pc:picChg chg="mod">
          <ac:chgData name="Benjamín de Jesús Cueva Niño de Guzmán" userId="56da303013910523" providerId="LiveId" clId="{81BE734B-175E-4949-887B-DE36A53E665C}" dt="2025-09-02T13:27:25.923" v="697" actId="1076"/>
          <ac:picMkLst>
            <pc:docMk/>
            <pc:sldMk cId="1210459346" sldId="265"/>
            <ac:picMk id="27" creationId="{00000000-0000-0000-0000-000000000000}"/>
          </ac:picMkLst>
        </pc:picChg>
      </pc:sldChg>
      <pc:sldChg chg="del">
        <pc:chgData name="Benjamín de Jesús Cueva Niño de Guzmán" userId="56da303013910523" providerId="LiveId" clId="{81BE734B-175E-4949-887B-DE36A53E665C}" dt="2025-09-01T23:13:13.048" v="0" actId="47"/>
        <pc:sldMkLst>
          <pc:docMk/>
          <pc:sldMk cId="136797201" sldId="266"/>
        </pc:sldMkLst>
      </pc:sldChg>
      <pc:sldChg chg="addSp delSp modSp add mod">
        <pc:chgData name="Benjamín de Jesús Cueva Niño de Guzmán" userId="56da303013910523" providerId="LiveId" clId="{81BE734B-175E-4949-887B-DE36A53E665C}" dt="2025-09-05T23:13:14.472" v="779" actId="478"/>
        <pc:sldMkLst>
          <pc:docMk/>
          <pc:sldMk cId="2824078373" sldId="266"/>
        </pc:sldMkLst>
        <pc:spChg chg="mod">
          <ac:chgData name="Benjamín de Jesús Cueva Niño de Guzmán" userId="56da303013910523" providerId="LiveId" clId="{81BE734B-175E-4949-887B-DE36A53E665C}" dt="2025-09-01T23:23:54.241" v="561" actId="1035"/>
          <ac:spMkLst>
            <pc:docMk/>
            <pc:sldMk cId="2824078373" sldId="266"/>
            <ac:spMk id="15" creationId="{E0096FB5-860F-A1B6-F6DC-015BB10A06C0}"/>
          </ac:spMkLst>
        </pc:spChg>
        <pc:spChg chg="mod">
          <ac:chgData name="Benjamín de Jesús Cueva Niño de Guzmán" userId="56da303013910523" providerId="LiveId" clId="{81BE734B-175E-4949-887B-DE36A53E665C}" dt="2025-09-02T13:31:18.351" v="746"/>
          <ac:spMkLst>
            <pc:docMk/>
            <pc:sldMk cId="2824078373" sldId="266"/>
            <ac:spMk id="16" creationId="{A7E3FDD8-36CA-AE11-8BF6-5EA22534F62A}"/>
          </ac:spMkLst>
        </pc:spChg>
        <pc:spChg chg="mod">
          <ac:chgData name="Benjamín de Jesús Cueva Niño de Guzmán" userId="56da303013910523" providerId="LiveId" clId="{81BE734B-175E-4949-887B-DE36A53E665C}" dt="2025-09-01T23:24:13.409" v="619" actId="20577"/>
          <ac:spMkLst>
            <pc:docMk/>
            <pc:sldMk cId="2824078373" sldId="266"/>
            <ac:spMk id="17" creationId="{08CC2EC1-C051-087D-5F4D-7202243E3C93}"/>
          </ac:spMkLst>
        </pc:spChg>
        <pc:spChg chg="mod">
          <ac:chgData name="Benjamín de Jesús Cueva Niño de Guzmán" userId="56da303013910523" providerId="LiveId" clId="{81BE734B-175E-4949-887B-DE36A53E665C}" dt="2025-09-01T23:24:17.144" v="633" actId="1036"/>
          <ac:spMkLst>
            <pc:docMk/>
            <pc:sldMk cId="2824078373" sldId="266"/>
            <ac:spMk id="18" creationId="{2D24FE71-E861-136A-0A2E-628FAADCD772}"/>
          </ac:spMkLst>
        </pc:spChg>
        <pc:spChg chg="add mod">
          <ac:chgData name="Benjamín de Jesús Cueva Niño de Guzmán" userId="56da303013910523" providerId="LiveId" clId="{81BE734B-175E-4949-887B-DE36A53E665C}" dt="2025-09-01T23:23:44.388" v="556"/>
          <ac:spMkLst>
            <pc:docMk/>
            <pc:sldMk cId="2824078373" sldId="266"/>
            <ac:spMk id="24" creationId="{FEA49039-B15E-0C33-FE6A-26C7305C74AA}"/>
          </ac:spMkLst>
        </pc:spChg>
        <pc:picChg chg="add del">
          <ac:chgData name="Benjamín de Jesús Cueva Niño de Guzmán" userId="56da303013910523" providerId="LiveId" clId="{81BE734B-175E-4949-887B-DE36A53E665C}" dt="2025-09-05T23:13:14.338" v="778" actId="478"/>
          <ac:picMkLst>
            <pc:docMk/>
            <pc:sldMk cId="2824078373" sldId="266"/>
            <ac:picMk id="20" creationId="{1B67DCAC-1D82-3AEC-3923-A66B5161A352}"/>
          </ac:picMkLst>
        </pc:picChg>
        <pc:picChg chg="add del">
          <ac:chgData name="Benjamín de Jesús Cueva Niño de Guzmán" userId="56da303013910523" providerId="LiveId" clId="{81BE734B-175E-4949-887B-DE36A53E665C}" dt="2025-09-05T23:13:14.472" v="779" actId="478"/>
          <ac:picMkLst>
            <pc:docMk/>
            <pc:sldMk cId="2824078373" sldId="266"/>
            <ac:picMk id="21" creationId="{AC199AA7-BE5C-9314-4BB3-530785571951}"/>
          </ac:picMkLst>
        </pc:picChg>
      </pc:sldChg>
      <pc:sldChg chg="add del">
        <pc:chgData name="Benjamín de Jesús Cueva Niño de Guzmán" userId="56da303013910523" providerId="LiveId" clId="{81BE734B-175E-4949-887B-DE36A53E665C}" dt="2025-09-01T23:16:36.470" v="152" actId="47"/>
        <pc:sldMkLst>
          <pc:docMk/>
          <pc:sldMk cId="3999635151" sldId="266"/>
        </pc:sldMkLst>
      </pc:sldChg>
      <pc:sldChg chg="addSp delSp modSp add mod replId">
        <pc:chgData name="Benjamín de Jesús Cueva Niño de Guzmán" userId="56da303013910523" providerId="LiveId" clId="{81BE734B-175E-4949-887B-DE36A53E665C}" dt="2025-09-05T23:13:14.055" v="776"/>
        <pc:sldMkLst>
          <pc:docMk/>
          <pc:sldMk cId="407129367" sldId="267"/>
        </pc:sldMkLst>
        <pc:graphicFrameChg chg="mod modGraphic">
          <ac:chgData name="Benjamín de Jesús Cueva Niño de Guzmán" userId="56da303013910523" providerId="LiveId" clId="{81BE734B-175E-4949-887B-DE36A53E665C}" dt="2025-09-01T23:21:53.294" v="472"/>
          <ac:graphicFrameMkLst>
            <pc:docMk/>
            <pc:sldMk cId="407129367" sldId="267"/>
            <ac:graphicFrameMk id="20" creationId="{0AF9A10E-E93D-8B30-8C66-BC784649E173}"/>
          </ac:graphicFrameMkLst>
        </pc:graphicFrameChg>
        <pc:graphicFrameChg chg="mod modGraphic">
          <ac:chgData name="Benjamín de Jesús Cueva Niño de Guzmán" userId="56da303013910523" providerId="LiveId" clId="{81BE734B-175E-4949-887B-DE36A53E665C}" dt="2025-09-01T23:18:00.910" v="253" actId="122"/>
          <ac:graphicFrameMkLst>
            <pc:docMk/>
            <pc:sldMk cId="407129367" sldId="267"/>
            <ac:graphicFrameMk id="29" creationId="{F06752CA-B3D8-A837-C9D4-0624E3242F80}"/>
          </ac:graphicFrameMkLst>
        </pc:graphicFrameChg>
        <pc:picChg chg="add mod">
          <ac:chgData name="Benjamín de Jesús Cueva Niño de Guzmán" userId="56da303013910523" providerId="LiveId" clId="{81BE734B-175E-4949-887B-DE36A53E665C}" dt="2025-09-02T13:32:46.096" v="761" actId="1076"/>
          <ac:picMkLst>
            <pc:docMk/>
            <pc:sldMk cId="407129367" sldId="267"/>
            <ac:picMk id="4" creationId="{E07C9B79-9C24-4880-2C1E-2C34DE08C050}"/>
          </ac:picMkLst>
        </pc:picChg>
        <pc:picChg chg="add del">
          <ac:chgData name="Benjamín de Jesús Cueva Niño de Guzmán" userId="56da303013910523" providerId="LiveId" clId="{81BE734B-175E-4949-887B-DE36A53E665C}" dt="2025-09-05T23:13:14.055" v="776"/>
          <ac:picMkLst>
            <pc:docMk/>
            <pc:sldMk cId="407129367" sldId="267"/>
            <ac:picMk id="13" creationId="{60AB5FCD-E2F7-40E7-7790-6B69042A8DFF}"/>
          </ac:picMkLst>
        </pc:picChg>
      </pc:sldChg>
      <pc:sldChg chg="add del replId">
        <pc:chgData name="Benjamín de Jesús Cueva Niño de Guzmán" userId="56da303013910523" providerId="LiveId" clId="{81BE734B-175E-4949-887B-DE36A53E665C}" dt="2025-09-01T23:16:36.936" v="153" actId="47"/>
        <pc:sldMkLst>
          <pc:docMk/>
          <pc:sldMk cId="609386926" sldId="267"/>
        </pc:sldMkLst>
      </pc:sldChg>
      <pc:sldChg chg="del">
        <pc:chgData name="Benjamín de Jesús Cueva Niño de Guzmán" userId="56da303013910523" providerId="LiveId" clId="{81BE734B-175E-4949-887B-DE36A53E665C}" dt="2025-09-01T23:13:13.176" v="1" actId="47"/>
        <pc:sldMkLst>
          <pc:docMk/>
          <pc:sldMk cId="1715549381" sldId="267"/>
        </pc:sldMkLst>
      </pc:sldChg>
      <pc:sldChg chg="modSp add del mod">
        <pc:chgData name="Benjamín de Jesús Cueva Niño de Guzmán" userId="56da303013910523" providerId="LiveId" clId="{81BE734B-175E-4949-887B-DE36A53E665C}" dt="2025-09-02T15:37:03.750" v="767" actId="47"/>
        <pc:sldMkLst>
          <pc:docMk/>
          <pc:sldMk cId="1010132214" sldId="268"/>
        </pc:sldMkLst>
      </pc:sldChg>
      <pc:sldChg chg="del">
        <pc:chgData name="Benjamín de Jesús Cueva Niño de Guzmán" userId="56da303013910523" providerId="LiveId" clId="{81BE734B-175E-4949-887B-DE36A53E665C}" dt="2025-09-01T23:13:13.663" v="2" actId="47"/>
        <pc:sldMkLst>
          <pc:docMk/>
          <pc:sldMk cId="2494600391" sldId="268"/>
        </pc:sldMkLst>
      </pc:sldChg>
      <pc:sldChg chg="del">
        <pc:chgData name="Benjamín de Jesús Cueva Niño de Guzmán" userId="56da303013910523" providerId="LiveId" clId="{81BE734B-175E-4949-887B-DE36A53E665C}" dt="2025-09-01T23:13:14.024" v="3" actId="47"/>
        <pc:sldMkLst>
          <pc:docMk/>
          <pc:sldMk cId="460508146" sldId="269"/>
        </pc:sldMkLst>
      </pc:sldChg>
      <pc:sldChg chg="addSp delSp modSp add del mod replId">
        <pc:chgData name="Benjamín de Jesús Cueva Niño de Guzmán" userId="56da303013910523" providerId="LiveId" clId="{81BE734B-175E-4949-887B-DE36A53E665C}" dt="2025-09-02T15:37:03.998" v="768" actId="47"/>
        <pc:sldMkLst>
          <pc:docMk/>
          <pc:sldMk cId="1301361189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5" name="CuadroTexto 14"/>
          <p:cNvSpPr txBox="1"/>
          <p:nvPr/>
        </p:nvSpPr>
        <p:spPr>
          <a:xfrm>
            <a:off x="4252904" y="1667480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41" y="1892852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-303621" y="2298128"/>
            <a:ext cx="10513263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PROGRAMA</a:t>
            </a:r>
          </a:p>
          <a:p>
            <a:pPr algn="ctr"/>
            <a:r>
              <a:rPr lang="es-PE" b="1" dirty="0"/>
              <a:t>DE ESPECIALIZACIÓN: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</a:t>
            </a:r>
            <a:r>
              <a:rPr lang="es-ES" sz="2800" dirty="0">
                <a:latin typeface="Britannic Bold" panose="020B0903060703020204" pitchFamily="34" charset="0"/>
              </a:rPr>
              <a:t>{{TEMA_DIPLOMADO}}</a:t>
            </a:r>
            <a:r>
              <a:rPr lang="es-PE" sz="2800" dirty="0">
                <a:latin typeface="Britannic Bold" panose="020B0903060703020204" pitchFamily="34" charset="0"/>
              </a:rPr>
              <a:t>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Académicos y {{CREDITOS_ACADEMICOS}} créditos Académicos.</a:t>
            </a:r>
          </a:p>
          <a:p>
            <a:pPr algn="ctr"/>
            <a:r>
              <a:rPr lang="es-PE" b="1" dirty="0"/>
              <a:t>Por tanto, se expide el presente Programa de Especialización,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5752362" y="4522265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Imagen 19">
            <a:extLst>
              <a:ext uri="{FF2B5EF4-FFF2-40B4-BE49-F238E27FC236}">
                <a16:creationId xmlns:a16="http://schemas.microsoft.com/office/drawing/2014/main" id="{2A58D08C-5987-F518-DED7-3FFEAE982996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2134BA70-53C9-CA9E-7E80-5BC479ADAB4D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74525A67-AF69-5405-4E77-CC1CA582A767}"/>
              </a:ext>
            </a:extLst>
          </p:cNvPr>
          <p:cNvSpPr txBox="1"/>
          <p:nvPr/>
        </p:nvSpPr>
        <p:spPr>
          <a:xfrm>
            <a:off x="2792396" y="648295"/>
            <a:ext cx="40639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3600" dirty="0">
                <a:latin typeface="Algerian" panose="04020705040A02060702" pitchFamily="82" charset="0"/>
              </a:rPr>
              <a:t>Programa de</a:t>
            </a:r>
          </a:p>
          <a:p>
            <a:pPr algn="ctr"/>
            <a:r>
              <a:rPr lang="es-PE" sz="3600" dirty="0">
                <a:latin typeface="Algerian" panose="04020705040A02060702" pitchFamily="82" charset="0"/>
              </a:rPr>
              <a:t>especialización</a:t>
            </a:r>
          </a:p>
        </p:txBody>
      </p:sp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graphicFrame>
        <p:nvGraphicFramePr>
          <p:cNvPr id="20" name="Tab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737758"/>
              </p:ext>
            </p:extLst>
          </p:nvPr>
        </p:nvGraphicFramePr>
        <p:xfrm>
          <a:off x="199276" y="2467252"/>
          <a:ext cx="2988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77268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2010732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graphicFrame>
        <p:nvGraphicFramePr>
          <p:cNvPr id="21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891972"/>
              </p:ext>
            </p:extLst>
          </p:nvPr>
        </p:nvGraphicFramePr>
        <p:xfrm>
          <a:off x="199276" y="4465779"/>
          <a:ext cx="2988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6859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81141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18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 rotWithShape="1">
          <a:blip r:embed="rId5"/>
          <a:srcRect b="6974"/>
          <a:stretch/>
        </p:blipFill>
        <p:spPr>
          <a:xfrm>
            <a:off x="1458829" y="3957005"/>
            <a:ext cx="455266" cy="308814"/>
          </a:xfrm>
          <a:prstGeom prst="rect">
            <a:avLst/>
          </a:prstGeom>
        </p:spPr>
      </p:pic>
      <p:graphicFrame>
        <p:nvGraphicFramePr>
          <p:cNvPr id="24" name="Tabla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883250"/>
              </p:ext>
            </p:extLst>
          </p:nvPr>
        </p:nvGraphicFramePr>
        <p:xfrm>
          <a:off x="3240825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746651"/>
              </p:ext>
            </p:extLst>
          </p:nvPr>
        </p:nvGraphicFramePr>
        <p:xfrm>
          <a:off x="3240826" y="1974652"/>
          <a:ext cx="6412523" cy="230813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5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5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5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5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VI</a:t>
                      </a:r>
                      <a:endParaRPr lang="en-US" sz="115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{{MODULO_6}}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VII</a:t>
                      </a:r>
                      <a:endParaRPr lang="en-US" sz="115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{{MODULO_7}}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4920499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VII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{{MODULO_8}}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187121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59F48FB-FD35-13D0-18BC-30EB95AF4351}"/>
              </a:ext>
            </a:extLst>
          </p:cNvPr>
          <p:cNvSpPr txBox="1"/>
          <p:nvPr/>
        </p:nvSpPr>
        <p:spPr>
          <a:xfrm>
            <a:off x="1113988" y="508985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39223</TotalTime>
  <Words>226</Words>
  <Application>Microsoft Office PowerPoint</Application>
  <PresentationFormat>A4 (210 x 297 mm)</PresentationFormat>
  <Paragraphs>52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469</cp:revision>
  <cp:lastPrinted>2025-09-05T23:11:34Z</cp:lastPrinted>
  <dcterms:created xsi:type="dcterms:W3CDTF">2021-04-21T14:50:50Z</dcterms:created>
  <dcterms:modified xsi:type="dcterms:W3CDTF">2026-02-14T21:09:44Z</dcterms:modified>
</cp:coreProperties>
</file>