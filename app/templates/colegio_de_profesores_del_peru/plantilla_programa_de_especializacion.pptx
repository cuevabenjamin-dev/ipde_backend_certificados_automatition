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  <p:sldId id="265" r:id="rId3"/>
  </p:sldIdLst>
  <p:sldSz cx="9906000" cy="6858000" type="A4"/>
  <p:notesSz cx="10021888" cy="688975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7F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886DD1-82C5-4CB0-918F-19E79CD9ADF3}" v="4" dt="2026-03-05T19:06:16.771"/>
  </p1510:revLst>
</p1510:revInfo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0" autoAdjust="0"/>
    <p:restoredTop sz="94660"/>
  </p:normalViewPr>
  <p:slideViewPr>
    <p:cSldViewPr snapToGrid="0">
      <p:cViewPr varScale="1">
        <p:scale>
          <a:sx n="82" d="100"/>
          <a:sy n="82" d="100"/>
        </p:scale>
        <p:origin x="12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ín de Jesús Cueva Niño de Guzmán" userId="56da303013910523" providerId="LiveId" clId="{532B7A48-8887-4F62-9537-0BA1FAE83637}"/>
    <pc:docChg chg="custSel modSld">
      <pc:chgData name="Benjamín de Jesús Cueva Niño de Guzmán" userId="56da303013910523" providerId="LiveId" clId="{532B7A48-8887-4F62-9537-0BA1FAE83637}" dt="2026-03-05T19:06:16.771" v="112"/>
      <pc:docMkLst>
        <pc:docMk/>
      </pc:docMkLst>
      <pc:sldChg chg="addSp delSp modSp mod">
        <pc:chgData name="Benjamín de Jesús Cueva Niño de Guzmán" userId="56da303013910523" providerId="LiveId" clId="{532B7A48-8887-4F62-9537-0BA1FAE83637}" dt="2026-03-04T23:48:19.752" v="106" actId="20577"/>
        <pc:sldMkLst>
          <pc:docMk/>
          <pc:sldMk cId="3047749852" sldId="264"/>
        </pc:sldMkLst>
        <pc:spChg chg="add mod">
          <ac:chgData name="Benjamín de Jesús Cueva Niño de Guzmán" userId="56da303013910523" providerId="LiveId" clId="{532B7A48-8887-4F62-9537-0BA1FAE83637}" dt="2026-03-04T23:47:52.265" v="33" actId="1036"/>
          <ac:spMkLst>
            <pc:docMk/>
            <pc:sldMk cId="3047749852" sldId="264"/>
            <ac:spMk id="14" creationId="{C787EE22-1719-D2C1-C135-6FF4DE3533BE}"/>
          </ac:spMkLst>
        </pc:spChg>
        <pc:spChg chg="del">
          <ac:chgData name="Benjamín de Jesús Cueva Niño de Guzmán" userId="56da303013910523" providerId="LiveId" clId="{532B7A48-8887-4F62-9537-0BA1FAE83637}" dt="2026-03-04T23:47:33.174" v="12" actId="478"/>
          <ac:spMkLst>
            <pc:docMk/>
            <pc:sldMk cId="3047749852" sldId="264"/>
            <ac:spMk id="15" creationId="{00000000-0000-0000-0000-000000000000}"/>
          </ac:spMkLst>
        </pc:spChg>
        <pc:spChg chg="del">
          <ac:chgData name="Benjamín de Jesús Cueva Niño de Guzmán" userId="56da303013910523" providerId="LiveId" clId="{532B7A48-8887-4F62-9537-0BA1FAE83637}" dt="2026-03-04T23:47:35.545" v="13" actId="478"/>
          <ac:spMkLst>
            <pc:docMk/>
            <pc:sldMk cId="3047749852" sldId="264"/>
            <ac:spMk id="16" creationId="{00000000-0000-0000-0000-000000000000}"/>
          </ac:spMkLst>
        </pc:spChg>
        <pc:spChg chg="del mod">
          <ac:chgData name="Benjamín de Jesús Cueva Niño de Guzmán" userId="56da303013910523" providerId="LiveId" clId="{532B7A48-8887-4F62-9537-0BA1FAE83637}" dt="2026-03-04T23:47:33.174" v="12" actId="478"/>
          <ac:spMkLst>
            <pc:docMk/>
            <pc:sldMk cId="3047749852" sldId="264"/>
            <ac:spMk id="17" creationId="{00000000-0000-0000-0000-000000000000}"/>
          </ac:spMkLst>
        </pc:spChg>
        <pc:spChg chg="del">
          <ac:chgData name="Benjamín de Jesús Cueva Niño de Guzmán" userId="56da303013910523" providerId="LiveId" clId="{532B7A48-8887-4F62-9537-0BA1FAE83637}" dt="2026-03-04T23:47:33.174" v="12" actId="478"/>
          <ac:spMkLst>
            <pc:docMk/>
            <pc:sldMk cId="3047749852" sldId="264"/>
            <ac:spMk id="18" creationId="{00000000-0000-0000-0000-000000000000}"/>
          </ac:spMkLst>
        </pc:spChg>
        <pc:spChg chg="add mod">
          <ac:chgData name="Benjamín de Jesús Cueva Niño de Guzmán" userId="56da303013910523" providerId="LiveId" clId="{532B7A48-8887-4F62-9537-0BA1FAE83637}" dt="2026-03-04T23:47:52.265" v="33" actId="1036"/>
          <ac:spMkLst>
            <pc:docMk/>
            <pc:sldMk cId="3047749852" sldId="264"/>
            <ac:spMk id="19" creationId="{9D131566-3CE7-C75F-AE7E-FD10C25DD5D6}"/>
          </ac:spMkLst>
        </pc:spChg>
        <pc:spChg chg="add mod">
          <ac:chgData name="Benjamín de Jesús Cueva Niño de Guzmán" userId="56da303013910523" providerId="LiveId" clId="{532B7A48-8887-4F62-9537-0BA1FAE83637}" dt="2026-03-04T23:48:19.752" v="106" actId="20577"/>
          <ac:spMkLst>
            <pc:docMk/>
            <pc:sldMk cId="3047749852" sldId="264"/>
            <ac:spMk id="22" creationId="{4F5FC0C4-11CB-05EB-6EC2-967E2ACEEC3C}"/>
          </ac:spMkLst>
        </pc:spChg>
      </pc:sldChg>
      <pc:sldChg chg="addSp delSp modSp mod">
        <pc:chgData name="Benjamín de Jesús Cueva Niño de Guzmán" userId="56da303013910523" providerId="LiveId" clId="{532B7A48-8887-4F62-9537-0BA1FAE83637}" dt="2026-03-05T19:06:16.771" v="112"/>
        <pc:sldMkLst>
          <pc:docMk/>
          <pc:sldMk cId="1210459346" sldId="265"/>
        </pc:sldMkLst>
        <pc:spChg chg="add mod">
          <ac:chgData name="Benjamín de Jesús Cueva Niño de Guzmán" userId="56da303013910523" providerId="LiveId" clId="{532B7A48-8887-4F62-9537-0BA1FAE83637}" dt="2026-03-05T19:06:16.771" v="112"/>
          <ac:spMkLst>
            <pc:docMk/>
            <pc:sldMk cId="1210459346" sldId="265"/>
            <ac:spMk id="2" creationId="{203C07B9-9B5A-A44E-7071-61CDFCCF4674}"/>
          </ac:spMkLst>
        </pc:spChg>
        <pc:spChg chg="del">
          <ac:chgData name="Benjamín de Jesús Cueva Niño de Guzmán" userId="56da303013910523" providerId="LiveId" clId="{532B7A48-8887-4F62-9537-0BA1FAE83637}" dt="2026-03-04T23:48:35.952" v="107" actId="478"/>
          <ac:spMkLst>
            <pc:docMk/>
            <pc:sldMk cId="1210459346" sldId="265"/>
            <ac:spMk id="2" creationId="{759F48FB-FD35-13D0-18BC-30EB95AF4351}"/>
          </ac:spMkLst>
        </pc:spChg>
        <pc:spChg chg="mod">
          <ac:chgData name="Benjamín de Jesús Cueva Niño de Guzmán" userId="56da303013910523" providerId="LiveId" clId="{532B7A48-8887-4F62-9537-0BA1FAE83637}" dt="2026-03-02T15:14:00.848" v="2"/>
          <ac:spMkLst>
            <pc:docMk/>
            <pc:sldMk cId="1210459346" sldId="265"/>
            <ac:spMk id="4" creationId="{9E7B3D0B-95C0-C766-86DE-08454CE74898}"/>
          </ac:spMkLst>
        </pc:spChg>
        <pc:spChg chg="mod">
          <ac:chgData name="Benjamín de Jesús Cueva Niño de Guzmán" userId="56da303013910523" providerId="LiveId" clId="{532B7A48-8887-4F62-9537-0BA1FAE83637}" dt="2026-03-02T15:14:00.848" v="2"/>
          <ac:spMkLst>
            <pc:docMk/>
            <pc:sldMk cId="1210459346" sldId="265"/>
            <ac:spMk id="5" creationId="{1EF057FA-8464-54BE-CE7F-16748780A949}"/>
          </ac:spMkLst>
        </pc:spChg>
        <pc:spChg chg="add del mod">
          <ac:chgData name="Benjamín de Jesús Cueva Niño de Guzmán" userId="56da303013910523" providerId="LiveId" clId="{532B7A48-8887-4F62-9537-0BA1FAE83637}" dt="2026-03-05T19:06:14.442" v="111" actId="478"/>
          <ac:spMkLst>
            <pc:docMk/>
            <pc:sldMk cId="1210459346" sldId="265"/>
            <ac:spMk id="7" creationId="{45F085C9-8075-9BCE-C55D-12CBD3A49805}"/>
          </ac:spMkLst>
        </pc:spChg>
        <pc:spChg chg="add mod">
          <ac:chgData name="Benjamín de Jesús Cueva Niño de Guzmán" userId="56da303013910523" providerId="LiveId" clId="{532B7A48-8887-4F62-9537-0BA1FAE83637}" dt="2026-03-04T23:48:36.295" v="108"/>
          <ac:spMkLst>
            <pc:docMk/>
            <pc:sldMk cId="1210459346" sldId="265"/>
            <ac:spMk id="11" creationId="{F5C7B1FD-AB74-C6FD-CB78-2EFDC3461E8B}"/>
          </ac:spMkLst>
        </pc:spChg>
        <pc:grpChg chg="add mod">
          <ac:chgData name="Benjamín de Jesús Cueva Niño de Guzmán" userId="56da303013910523" providerId="LiveId" clId="{532B7A48-8887-4F62-9537-0BA1FAE83637}" dt="2026-03-02T15:14:00.848" v="2"/>
          <ac:grpSpMkLst>
            <pc:docMk/>
            <pc:sldMk cId="1210459346" sldId="265"/>
            <ac:grpSpMk id="3" creationId="{7ECAD10F-1D94-C9A0-EDA3-4FD687F3ECA3}"/>
          </ac:grpSpMkLst>
        </pc:grpChg>
        <pc:graphicFrameChg chg="add mod">
          <ac:chgData name="Benjamín de Jesús Cueva Niño de Guzmán" userId="56da303013910523" providerId="LiveId" clId="{532B7A48-8887-4F62-9537-0BA1FAE83637}" dt="2026-03-04T23:48:36.295" v="108"/>
          <ac:graphicFrameMkLst>
            <pc:docMk/>
            <pc:sldMk cId="1210459346" sldId="265"/>
            <ac:graphicFrameMk id="8" creationId="{8B361D77-35F6-FD8F-5B47-CD50BE4C1CFE}"/>
          </ac:graphicFrameMkLst>
        </pc:graphicFrameChg>
        <pc:graphicFrameChg chg="add mod">
          <ac:chgData name="Benjamín de Jesús Cueva Niño de Guzmán" userId="56da303013910523" providerId="LiveId" clId="{532B7A48-8887-4F62-9537-0BA1FAE83637}" dt="2026-03-04T23:48:36.295" v="108"/>
          <ac:graphicFrameMkLst>
            <pc:docMk/>
            <pc:sldMk cId="1210459346" sldId="265"/>
            <ac:graphicFrameMk id="9" creationId="{EDB9D92F-92B8-9EED-FB21-E81EFD45D745}"/>
          </ac:graphicFrameMkLst>
        </pc:graphicFrameChg>
        <pc:graphicFrameChg chg="del">
          <ac:chgData name="Benjamín de Jesús Cueva Niño de Guzmán" userId="56da303013910523" providerId="LiveId" clId="{532B7A48-8887-4F62-9537-0BA1FAE83637}" dt="2026-03-04T23:48:35.952" v="107" actId="478"/>
          <ac:graphicFrameMkLst>
            <pc:docMk/>
            <pc:sldMk cId="1210459346" sldId="265"/>
            <ac:graphicFrameMk id="20" creationId="{00000000-0000-0000-0000-000000000000}"/>
          </ac:graphicFrameMkLst>
        </pc:graphicFrameChg>
        <pc:graphicFrameChg chg="del">
          <ac:chgData name="Benjamín de Jesús Cueva Niño de Guzmán" userId="56da303013910523" providerId="LiveId" clId="{532B7A48-8887-4F62-9537-0BA1FAE83637}" dt="2026-03-04T23:48:35.952" v="107" actId="478"/>
          <ac:graphicFrameMkLst>
            <pc:docMk/>
            <pc:sldMk cId="1210459346" sldId="265"/>
            <ac:graphicFrameMk id="21" creationId="{00000000-0000-0000-0000-000000000000}"/>
          </ac:graphicFrameMkLst>
        </pc:graphicFrameChg>
        <pc:graphicFrameChg chg="modGraphic">
          <ac:chgData name="Benjamín de Jesús Cueva Niño de Guzmán" userId="56da303013910523" providerId="LiveId" clId="{532B7A48-8887-4F62-9537-0BA1FAE83637}" dt="2026-03-04T23:48:52.391" v="110" actId="255"/>
          <ac:graphicFrameMkLst>
            <pc:docMk/>
            <pc:sldMk cId="1210459346" sldId="265"/>
            <ac:graphicFrameMk id="29" creationId="{00000000-0000-0000-0000-000000000000}"/>
          </ac:graphicFrameMkLst>
        </pc:graphicFrameChg>
        <pc:picChg chg="add mod">
          <ac:chgData name="Benjamín de Jesús Cueva Niño de Guzmán" userId="56da303013910523" providerId="LiveId" clId="{532B7A48-8887-4F62-9537-0BA1FAE83637}" dt="2026-03-04T23:48:36.295" v="108"/>
          <ac:picMkLst>
            <pc:docMk/>
            <pc:sldMk cId="1210459346" sldId="265"/>
            <ac:picMk id="10" creationId="{5CF40D62-F177-89A5-FD52-D995DC3A704F}"/>
          </ac:picMkLst>
        </pc:picChg>
        <pc:picChg chg="del">
          <ac:chgData name="Benjamín de Jesús Cueva Niño de Guzmán" userId="56da303013910523" providerId="LiveId" clId="{532B7A48-8887-4F62-9537-0BA1FAE83637}" dt="2026-03-04T23:48:35.952" v="107" actId="478"/>
          <ac:picMkLst>
            <pc:docMk/>
            <pc:sldMk cId="1210459346" sldId="265"/>
            <ac:picMk id="13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21206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81103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51234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14087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98054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6706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29901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72246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74844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23442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59059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2210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hyperlink" Target="https://especializacionvirtual.com/validar-certificado/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326" y="946609"/>
            <a:ext cx="3551656" cy="4653126"/>
          </a:xfrm>
          <a:prstGeom prst="rect">
            <a:avLst/>
          </a:prstGeom>
        </p:spPr>
      </p:pic>
      <p:sp>
        <p:nvSpPr>
          <p:cNvPr id="6" name="Placa 5"/>
          <p:cNvSpPr/>
          <p:nvPr/>
        </p:nvSpPr>
        <p:spPr>
          <a:xfrm>
            <a:off x="134911" y="134912"/>
            <a:ext cx="9593706" cy="6565691"/>
          </a:xfrm>
          <a:prstGeom prst="plaque">
            <a:avLst>
              <a:gd name="adj" fmla="val 5543"/>
            </a:avLst>
          </a:prstGeom>
          <a:noFill/>
          <a:ln w="762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442" y="199447"/>
            <a:ext cx="2957853" cy="758326"/>
          </a:xfrm>
          <a:prstGeom prst="rect">
            <a:avLst/>
          </a:prstGeom>
        </p:spPr>
      </p:pic>
      <p:sp>
        <p:nvSpPr>
          <p:cNvPr id="26" name="CuadroTexto 25"/>
          <p:cNvSpPr txBox="1"/>
          <p:nvPr/>
        </p:nvSpPr>
        <p:spPr>
          <a:xfrm>
            <a:off x="6592217" y="845974"/>
            <a:ext cx="264207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INSTITUCIÓN EDUCATIVA</a:t>
            </a:r>
          </a:p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4"/>
          <a:srcRect l="4716" r="4485"/>
          <a:stretch/>
        </p:blipFill>
        <p:spPr>
          <a:xfrm>
            <a:off x="534757" y="230243"/>
            <a:ext cx="2563572" cy="864296"/>
          </a:xfrm>
          <a:prstGeom prst="rect">
            <a:avLst/>
          </a:prstGeom>
        </p:spPr>
      </p:pic>
      <p:sp>
        <p:nvSpPr>
          <p:cNvPr id="29" name="CuadroTexto 28"/>
          <p:cNvSpPr txBox="1"/>
          <p:nvPr/>
        </p:nvSpPr>
        <p:spPr>
          <a:xfrm>
            <a:off x="792801" y="982048"/>
            <a:ext cx="16428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/>
              <a:t>R.P N° 1127 1967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4ADDE962-DAB0-E96E-16F6-A0ACA884F653}"/>
              </a:ext>
            </a:extLst>
          </p:cNvPr>
          <p:cNvGrpSpPr/>
          <p:nvPr/>
        </p:nvGrpSpPr>
        <p:grpSpPr>
          <a:xfrm>
            <a:off x="2051259" y="5734670"/>
            <a:ext cx="6216028" cy="737099"/>
            <a:chOff x="2051259" y="5734670"/>
            <a:chExt cx="6216028" cy="737099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B310610E-EE62-5F79-54D7-B7715D5CEF0D}"/>
                </a:ext>
              </a:extLst>
            </p:cNvPr>
            <p:cNvSpPr txBox="1"/>
            <p:nvPr/>
          </p:nvSpPr>
          <p:spPr>
            <a:xfrm>
              <a:off x="2051259" y="6018720"/>
              <a:ext cx="2581057" cy="223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PE" sz="850" b="1" dirty="0">
                  <a:latin typeface="Arial" panose="020B0604020202020204" pitchFamily="34" charset="0"/>
                  <a:cs typeface="Arial" panose="020B0604020202020204" pitchFamily="34" charset="0"/>
                </a:rPr>
                <a:t>DECANO REGIONAL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20522A33-0335-DECF-9B40-D8645FD4D737}"/>
                </a:ext>
              </a:extLst>
            </p:cNvPr>
            <p:cNvSpPr txBox="1"/>
            <p:nvPr/>
          </p:nvSpPr>
          <p:spPr>
            <a:xfrm>
              <a:off x="2183349" y="5734670"/>
              <a:ext cx="232999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PE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HANNOWER VELA VASQUEZ</a:t>
              </a:r>
            </a:p>
          </p:txBody>
        </p: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46CA9E09-4D7B-24B6-7656-C9E85547A554}"/>
                </a:ext>
              </a:extLst>
            </p:cNvPr>
            <p:cNvCxnSpPr/>
            <p:nvPr/>
          </p:nvCxnSpPr>
          <p:spPr>
            <a:xfrm>
              <a:off x="2132246" y="5754753"/>
              <a:ext cx="2419085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0AA7070A-6171-9F3F-0547-3E100A7CB17B}"/>
                </a:ext>
              </a:extLst>
            </p:cNvPr>
            <p:cNvSpPr txBox="1"/>
            <p:nvPr/>
          </p:nvSpPr>
          <p:spPr>
            <a:xfrm>
              <a:off x="5686230" y="5987021"/>
              <a:ext cx="2581057" cy="4847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PE" sz="850" b="1" dirty="0">
                  <a:latin typeface="Arial" panose="020B0604020202020204" pitchFamily="34" charset="0"/>
                  <a:cs typeface="Arial" panose="020B0604020202020204" pitchFamily="34" charset="0"/>
                </a:rPr>
                <a:t>GERENTE GENERAL</a:t>
              </a:r>
            </a:p>
            <a:p>
              <a:pPr algn="ctr"/>
              <a:r>
                <a:rPr lang="es-PE" sz="850" dirty="0">
                  <a:latin typeface="Arial" panose="020B0604020202020204" pitchFamily="34" charset="0"/>
                  <a:cs typeface="Arial" panose="020B0604020202020204" pitchFamily="34" charset="0"/>
                </a:rPr>
                <a:t>INSTITUCIÓN EDUCATIVA ACADÉMICA Y</a:t>
              </a:r>
            </a:p>
            <a:p>
              <a:pPr algn="ctr"/>
              <a:r>
                <a:rPr lang="es-PE" sz="850" dirty="0">
                  <a:latin typeface="Arial" panose="020B0604020202020204" pitchFamily="34" charset="0"/>
                  <a:cs typeface="Arial" panose="020B0604020202020204" pitchFamily="34" charset="0"/>
                </a:rPr>
                <a:t>SOCIAL BERLIN SRL</a:t>
              </a: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A416E7E4-7F8B-0061-6819-F814121DE47C}"/>
                </a:ext>
              </a:extLst>
            </p:cNvPr>
            <p:cNvSpPr txBox="1"/>
            <p:nvPr/>
          </p:nvSpPr>
          <p:spPr>
            <a:xfrm>
              <a:off x="6049512" y="5773608"/>
              <a:ext cx="1830950" cy="2231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sz="850" b="1" dirty="0">
                  <a:latin typeface="Arial" panose="020B0604020202020204" pitchFamily="34" charset="0"/>
                  <a:cs typeface="Arial" panose="020B0604020202020204" pitchFamily="34" charset="0"/>
                </a:rPr>
                <a:t>SEGUNDO QUIÑONEZ MENDEZ</a:t>
              </a:r>
            </a:p>
          </p:txBody>
        </p: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59B66AD9-9651-EC86-552A-00CDA3DECEA3}"/>
                </a:ext>
              </a:extLst>
            </p:cNvPr>
            <p:cNvCxnSpPr/>
            <p:nvPr/>
          </p:nvCxnSpPr>
          <p:spPr>
            <a:xfrm>
              <a:off x="5767217" y="5753060"/>
              <a:ext cx="2419085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20" name="Imagen 19">
            <a:extLst>
              <a:ext uri="{FF2B5EF4-FFF2-40B4-BE49-F238E27FC236}">
                <a16:creationId xmlns:a16="http://schemas.microsoft.com/office/drawing/2014/main" id="{2A58D08C-5987-F518-DED7-3FFEAE982996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5050099" y="5314559"/>
            <a:ext cx="3365495" cy="1314243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2134BA70-53C9-CA9E-7E80-5BC479ADAB4D}"/>
              </a:ext>
            </a:extLst>
          </p:cNvPr>
          <p:cNvPicPr/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47" t="18378" r="6602" b="24324"/>
          <a:stretch/>
        </p:blipFill>
        <p:spPr bwMode="auto">
          <a:xfrm>
            <a:off x="1816543" y="5536777"/>
            <a:ext cx="3200400" cy="10096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74525A67-AF69-5405-4E77-CC1CA582A767}"/>
              </a:ext>
            </a:extLst>
          </p:cNvPr>
          <p:cNvSpPr txBox="1"/>
          <p:nvPr/>
        </p:nvSpPr>
        <p:spPr>
          <a:xfrm>
            <a:off x="2792396" y="648295"/>
            <a:ext cx="40639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3600" dirty="0">
                <a:latin typeface="Algerian" panose="04020705040A02060702" pitchFamily="82" charset="0"/>
              </a:rPr>
              <a:t>Programa de</a:t>
            </a:r>
          </a:p>
          <a:p>
            <a:pPr algn="ctr"/>
            <a:r>
              <a:rPr lang="es-PE" sz="3600" dirty="0">
                <a:latin typeface="Algerian" panose="04020705040A02060702" pitchFamily="82" charset="0"/>
              </a:rPr>
              <a:t>especialización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C787EE22-1719-D2C1-C135-6FF4DE3533BE}"/>
              </a:ext>
            </a:extLst>
          </p:cNvPr>
          <p:cNvSpPr txBox="1"/>
          <p:nvPr/>
        </p:nvSpPr>
        <p:spPr>
          <a:xfrm>
            <a:off x="4252904" y="1695476"/>
            <a:ext cx="1400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>
                <a:latin typeface="Franklin Gothic Demi Cond" panose="020B0706030402020204" pitchFamily="34" charset="0"/>
              </a:rPr>
              <a:t>OTORGADO A: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D131566-3CE7-C75F-AE7E-FD10C25DD5D6}"/>
              </a:ext>
            </a:extLst>
          </p:cNvPr>
          <p:cNvSpPr txBox="1"/>
          <p:nvPr/>
        </p:nvSpPr>
        <p:spPr>
          <a:xfrm>
            <a:off x="2493035" y="1920848"/>
            <a:ext cx="4919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2800" dirty="0">
                <a:latin typeface="Britannic Bold" panose="020B0903060703020204" pitchFamily="34" charset="0"/>
              </a:rPr>
              <a:t>{{NOMBRES}} {{APELLIDOS}}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4F5FC0C4-11CB-05EB-6EC2-967E2ACEEC3C}"/>
              </a:ext>
            </a:extLst>
          </p:cNvPr>
          <p:cNvSpPr txBox="1"/>
          <p:nvPr/>
        </p:nvSpPr>
        <p:spPr>
          <a:xfrm>
            <a:off x="380775" y="2335455"/>
            <a:ext cx="9144451" cy="2800767"/>
          </a:xfrm>
          <a:prstGeom prst="rect">
            <a:avLst/>
          </a:prstGeom>
          <a:noFill/>
        </p:spPr>
        <p:txBody>
          <a:bodyPr wrap="square" rtlCol="0" anchor="t" anchorCtr="1">
            <a:spAutoFit/>
          </a:bodyPr>
          <a:lstStyle/>
          <a:p>
            <a:pPr algn="ctr"/>
            <a:r>
              <a:rPr lang="es-PE" b="1" dirty="0"/>
              <a:t>Por haber culminado satisfactoriamente el PROGRAMA </a:t>
            </a:r>
          </a:p>
          <a:p>
            <a:pPr algn="ctr"/>
            <a:r>
              <a:rPr lang="es-PE" b="1" dirty="0"/>
              <a:t>DE ESPECIALIZACIÓN en:</a:t>
            </a:r>
            <a:endParaRPr lang="es-PE" sz="600" b="1" dirty="0"/>
          </a:p>
          <a:p>
            <a:pPr algn="ctr"/>
            <a:r>
              <a:rPr lang="es-PE" sz="2800" dirty="0">
                <a:latin typeface="Britannic Bold" panose="020B0903060703020204" pitchFamily="34" charset="0"/>
              </a:rPr>
              <a:t>“{{TEMA_DIPLOMADO}}”</a:t>
            </a:r>
          </a:p>
          <a:p>
            <a:pPr algn="ctr"/>
            <a:r>
              <a:rPr lang="es-PE" b="1" dirty="0"/>
              <a:t>Realizado del {{FECHA_INICIO}} al {{FECHA_FIN}}, con una</a:t>
            </a:r>
          </a:p>
          <a:p>
            <a:pPr algn="ctr"/>
            <a:r>
              <a:rPr lang="es-PE" b="1" dirty="0"/>
              <a:t>duración de {{HORAS_ACADEMICAS}} horas lectivas y {{CREDITOS_ACADEMICOS}} créditos Académicos.</a:t>
            </a:r>
          </a:p>
          <a:p>
            <a:pPr algn="ctr"/>
            <a:r>
              <a:rPr lang="es-PE" b="1" dirty="0"/>
              <a:t>Por tanto, se expide el presente Programa de Especialización, otorgándole los</a:t>
            </a:r>
          </a:p>
          <a:p>
            <a:pPr algn="ctr"/>
            <a:r>
              <a:rPr lang="es-PE" b="1" dirty="0"/>
              <a:t>privilegios y consideraciones que le corresponden.</a:t>
            </a:r>
          </a:p>
          <a:p>
            <a:pPr algn="ctr"/>
            <a:endParaRPr lang="es-PE" sz="400" b="1" dirty="0"/>
          </a:p>
          <a:p>
            <a:pPr algn="r"/>
            <a:r>
              <a:rPr lang="es-PE" b="1" dirty="0"/>
              <a:t>Trujillo, {{FECHA_EMISION_LARGA}}</a:t>
            </a:r>
          </a:p>
        </p:txBody>
      </p:sp>
    </p:spTree>
    <p:extLst>
      <p:ext uri="{BB962C8B-B14F-4D97-AF65-F5344CB8AC3E}">
        <p14:creationId xmlns:p14="http://schemas.microsoft.com/office/powerpoint/2010/main" val="3047749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908" y="946609"/>
            <a:ext cx="3413074" cy="4653126"/>
          </a:xfrm>
          <a:prstGeom prst="rect">
            <a:avLst/>
          </a:prstGeom>
        </p:spPr>
      </p:pic>
      <p:sp>
        <p:nvSpPr>
          <p:cNvPr id="6" name="Placa 5"/>
          <p:cNvSpPr/>
          <p:nvPr/>
        </p:nvSpPr>
        <p:spPr>
          <a:xfrm>
            <a:off x="134911" y="134912"/>
            <a:ext cx="9593706" cy="6565691"/>
          </a:xfrm>
          <a:prstGeom prst="plaque">
            <a:avLst>
              <a:gd name="adj" fmla="val 5543"/>
            </a:avLst>
          </a:prstGeom>
          <a:noFill/>
          <a:ln w="762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6" name="CuadroTexto 25"/>
          <p:cNvSpPr txBox="1"/>
          <p:nvPr/>
        </p:nvSpPr>
        <p:spPr>
          <a:xfrm>
            <a:off x="6592217" y="845974"/>
            <a:ext cx="264207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INSTITUCIÓN EDUCATIVA</a:t>
            </a:r>
          </a:p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442" y="199447"/>
            <a:ext cx="2957853" cy="758326"/>
          </a:xfrm>
          <a:prstGeom prst="rect">
            <a:avLst/>
          </a:prstGeom>
        </p:spPr>
      </p:pic>
      <p:pic>
        <p:nvPicPr>
          <p:cNvPr id="27" name="Imagen 26"/>
          <p:cNvPicPr>
            <a:picLocks noChangeAspect="1"/>
          </p:cNvPicPr>
          <p:nvPr/>
        </p:nvPicPr>
        <p:blipFill rotWithShape="1">
          <a:blip r:embed="rId4"/>
          <a:srcRect l="4716" r="4485"/>
          <a:stretch/>
        </p:blipFill>
        <p:spPr>
          <a:xfrm>
            <a:off x="534757" y="230243"/>
            <a:ext cx="2563572" cy="864296"/>
          </a:xfrm>
          <a:prstGeom prst="rect">
            <a:avLst/>
          </a:prstGeom>
        </p:spPr>
      </p:pic>
      <p:sp>
        <p:nvSpPr>
          <p:cNvPr id="28" name="CuadroTexto 27"/>
          <p:cNvSpPr txBox="1"/>
          <p:nvPr/>
        </p:nvSpPr>
        <p:spPr>
          <a:xfrm>
            <a:off x="792801" y="982048"/>
            <a:ext cx="16428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/>
              <a:t>R.P N° 1127 1967</a:t>
            </a:r>
          </a:p>
        </p:txBody>
      </p:sp>
      <p:graphicFrame>
        <p:nvGraphicFramePr>
          <p:cNvPr id="24" name="Tabla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883250"/>
              </p:ext>
            </p:extLst>
          </p:nvPr>
        </p:nvGraphicFramePr>
        <p:xfrm>
          <a:off x="3240825" y="1539657"/>
          <a:ext cx="6412523" cy="43462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412523">
                  <a:extLst>
                    <a:ext uri="{9D8B030D-6E8A-4147-A177-3AD203B41FA5}">
                      <a16:colId xmlns:a16="http://schemas.microsoft.com/office/drawing/2014/main" val="335546556"/>
                    </a:ext>
                  </a:extLst>
                </a:gridCol>
              </a:tblGrid>
              <a:tr h="308522">
                <a:tc>
                  <a:txBody>
                    <a:bodyPr/>
                    <a:lstStyle/>
                    <a:p>
                      <a:pPr algn="ctr"/>
                      <a:r>
                        <a:rPr lang="es-PE" sz="1600" u="none" dirty="0"/>
                        <a:t>TEMARIO</a:t>
                      </a:r>
                      <a:endParaRPr lang="es-PE" sz="1600" u="none" baseline="0" dirty="0">
                        <a:latin typeface="Arial Black" panose="020B0A04020102020204" pitchFamily="34" charset="0"/>
                      </a:endParaRPr>
                    </a:p>
                  </a:txBody>
                  <a:tcPr marL="190782" marR="190782" marT="95391" marB="95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4874865"/>
                  </a:ext>
                </a:extLst>
              </a:tr>
            </a:tbl>
          </a:graphicData>
        </a:graphic>
      </p:graphicFrame>
      <p:graphicFrame>
        <p:nvGraphicFramePr>
          <p:cNvPr id="29" name="Tabla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2921421"/>
              </p:ext>
            </p:extLst>
          </p:nvPr>
        </p:nvGraphicFramePr>
        <p:xfrm>
          <a:off x="3240826" y="1974652"/>
          <a:ext cx="6412523" cy="2270031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867389">
                  <a:extLst>
                    <a:ext uri="{9D8B030D-6E8A-4147-A177-3AD203B41FA5}">
                      <a16:colId xmlns:a16="http://schemas.microsoft.com/office/drawing/2014/main" val="3108834388"/>
                    </a:ext>
                  </a:extLst>
                </a:gridCol>
                <a:gridCol w="3545134">
                  <a:extLst>
                    <a:ext uri="{9D8B030D-6E8A-4147-A177-3AD203B41FA5}">
                      <a16:colId xmlns:a16="http://schemas.microsoft.com/office/drawing/2014/main" val="1484549653"/>
                    </a:ext>
                  </a:extLst>
                </a:gridCol>
              </a:tblGrid>
              <a:tr h="2695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I</a:t>
                      </a:r>
                      <a:endParaRPr lang="en-US" sz="11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80495"/>
                  </a:ext>
                </a:extLst>
              </a:tr>
              <a:tr h="2695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II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0852981"/>
                  </a:ext>
                </a:extLst>
              </a:tr>
              <a:tr h="40056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III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2501331"/>
                  </a:ext>
                </a:extLst>
              </a:tr>
              <a:tr h="29410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IV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1531471"/>
                  </a:ext>
                </a:extLst>
              </a:tr>
              <a:tr h="18217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V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4625614"/>
                  </a:ext>
                </a:extLst>
              </a:tr>
              <a:tr h="18217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VI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4236312"/>
                  </a:ext>
                </a:extLst>
              </a:tr>
              <a:tr h="18217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VII</a:t>
                      </a:r>
                      <a:endParaRPr lang="en-US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4920499"/>
                  </a:ext>
                </a:extLst>
              </a:tr>
              <a:tr h="18217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VII</a:t>
                      </a: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5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1187121"/>
                  </a:ext>
                </a:extLst>
              </a:tr>
            </a:tbl>
          </a:graphicData>
        </a:graphic>
      </p:graphicFrame>
      <p:grpSp>
        <p:nvGrpSpPr>
          <p:cNvPr id="3" name="Grupo 2">
            <a:extLst>
              <a:ext uri="{FF2B5EF4-FFF2-40B4-BE49-F238E27FC236}">
                <a16:creationId xmlns:a16="http://schemas.microsoft.com/office/drawing/2014/main" id="{7ECAD10F-1D94-C9A0-EDA3-4FD687F3ECA3}"/>
              </a:ext>
            </a:extLst>
          </p:cNvPr>
          <p:cNvGrpSpPr/>
          <p:nvPr/>
        </p:nvGrpSpPr>
        <p:grpSpPr>
          <a:xfrm>
            <a:off x="611025" y="6108603"/>
            <a:ext cx="2297657" cy="437033"/>
            <a:chOff x="4281274" y="8807352"/>
            <a:chExt cx="2297657" cy="437033"/>
          </a:xfrm>
        </p:grpSpPr>
        <p:sp>
          <p:nvSpPr>
            <p:cNvPr id="4" name="Rectángulo 3">
              <a:extLst>
                <a:ext uri="{FF2B5EF4-FFF2-40B4-BE49-F238E27FC236}">
                  <a16:creationId xmlns:a16="http://schemas.microsoft.com/office/drawing/2014/main" id="{9E7B3D0B-95C0-C766-86DE-08454CE74898}"/>
                </a:ext>
              </a:extLst>
            </p:cNvPr>
            <p:cNvSpPr/>
            <p:nvPr/>
          </p:nvSpPr>
          <p:spPr>
            <a:xfrm>
              <a:off x="4312624" y="8807352"/>
              <a:ext cx="2213928" cy="43703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1EF057FA-8464-54BE-CE7F-16748780A949}"/>
                </a:ext>
              </a:extLst>
            </p:cNvPr>
            <p:cNvSpPr txBox="1"/>
            <p:nvPr/>
          </p:nvSpPr>
          <p:spPr>
            <a:xfrm>
              <a:off x="4281274" y="8809560"/>
              <a:ext cx="2297657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650" b="1" dirty="0"/>
                <a:t>PARA POSTERIOR VERIFICACIÓN DE ESTE CERTIFICADO SE PUEDE REALIZAR INGRESANDO EL CÓDIGO DEL ESTUDIANTE EN: </a:t>
              </a:r>
              <a:r>
                <a:rPr lang="es-PE" sz="650" b="1" dirty="0">
                  <a:hlinkClick r:id="rId5"/>
                </a:rPr>
                <a:t>https://especializacionvirtual.com/validar-certificado/</a:t>
              </a:r>
              <a:r>
                <a:rPr lang="es-PE" sz="650" b="1" dirty="0"/>
                <a:t> </a:t>
              </a:r>
            </a:p>
          </p:txBody>
        </p:sp>
      </p:grpSp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8B361D77-35F6-FD8F-5B47-CD50BE4C1C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206095"/>
              </p:ext>
            </p:extLst>
          </p:nvPr>
        </p:nvGraphicFramePr>
        <p:xfrm>
          <a:off x="227269" y="2243308"/>
          <a:ext cx="2916000" cy="1820685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953720">
                  <a:extLst>
                    <a:ext uri="{9D8B030D-6E8A-4147-A177-3AD203B41FA5}">
                      <a16:colId xmlns:a16="http://schemas.microsoft.com/office/drawing/2014/main" val="3956221826"/>
                    </a:ext>
                  </a:extLst>
                </a:gridCol>
                <a:gridCol w="1962280">
                  <a:extLst>
                    <a:ext uri="{9D8B030D-6E8A-4147-A177-3AD203B41FA5}">
                      <a16:colId xmlns:a16="http://schemas.microsoft.com/office/drawing/2014/main" val="3056520887"/>
                    </a:ext>
                  </a:extLst>
                </a:gridCol>
              </a:tblGrid>
              <a:tr h="364137">
                <a:tc gridSpan="2">
                  <a:txBody>
                    <a:bodyPr/>
                    <a:lstStyle/>
                    <a:p>
                      <a:pPr algn="ctr"/>
                      <a:r>
                        <a:rPr lang="es-PE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REGISTRO</a:t>
                      </a:r>
                    </a:p>
                  </a:txBody>
                  <a:tcPr marL="190782" marR="190782" marT="95391" marB="95391"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817205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LIBRO N°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/>
                        <a:t>001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679814925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FOLIO N°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50" dirty="0"/>
                        <a:t>{{FOLIO_NUMERO}} –</a:t>
                      </a:r>
                      <a:r>
                        <a:rPr lang="es-PE" sz="1050" baseline="0" dirty="0"/>
                        <a:t> PPE</a:t>
                      </a:r>
                      <a:endParaRPr lang="es-PE" sz="1050" dirty="0"/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4085477436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FECHA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50" dirty="0"/>
                        <a:t>{{FECHA_EMISION_CORTA}}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592299900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FIRMA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endParaRPr lang="es-PE" sz="1050" dirty="0"/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297285177"/>
                  </a:ext>
                </a:extLst>
              </a:tr>
            </a:tbl>
          </a:graphicData>
        </a:graphic>
      </p:graphicFrame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EDB9D92F-92B8-9EED-FB21-E81EFD45D7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6775222"/>
              </p:ext>
            </p:extLst>
          </p:nvPr>
        </p:nvGraphicFramePr>
        <p:xfrm>
          <a:off x="227269" y="4241835"/>
          <a:ext cx="2916000" cy="3360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60911">
                  <a:extLst>
                    <a:ext uri="{9D8B030D-6E8A-4147-A177-3AD203B41FA5}">
                      <a16:colId xmlns:a16="http://schemas.microsoft.com/office/drawing/2014/main" val="2813972394"/>
                    </a:ext>
                  </a:extLst>
                </a:gridCol>
                <a:gridCol w="1055089">
                  <a:extLst>
                    <a:ext uri="{9D8B030D-6E8A-4147-A177-3AD203B41FA5}">
                      <a16:colId xmlns:a16="http://schemas.microsoft.com/office/drawing/2014/main" val="1981345291"/>
                    </a:ext>
                  </a:extLst>
                </a:gridCol>
              </a:tblGrid>
              <a:tr h="336094">
                <a:tc>
                  <a:txBody>
                    <a:bodyPr/>
                    <a:lstStyle/>
                    <a:p>
                      <a:r>
                        <a:rPr lang="es-PE" sz="1400" b="1" dirty="0"/>
                        <a:t> </a:t>
                      </a:r>
                      <a:r>
                        <a:rPr lang="es-PE" sz="1100" b="1" dirty="0"/>
                        <a:t>CALIFICACIÓN :</a:t>
                      </a:r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19</a:t>
                      </a:r>
                      <a:endParaRPr 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7351207"/>
                  </a:ext>
                </a:extLst>
              </a:tr>
            </a:tbl>
          </a:graphicData>
        </a:graphic>
      </p:graphicFrame>
      <p:pic>
        <p:nvPicPr>
          <p:cNvPr id="10" name="Imagen 9">
            <a:extLst>
              <a:ext uri="{FF2B5EF4-FFF2-40B4-BE49-F238E27FC236}">
                <a16:creationId xmlns:a16="http://schemas.microsoft.com/office/drawing/2014/main" id="{5CF40D62-F177-89A5-FD52-D995DC3A704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6974"/>
          <a:stretch/>
        </p:blipFill>
        <p:spPr>
          <a:xfrm>
            <a:off x="1486822" y="3733061"/>
            <a:ext cx="455266" cy="308814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F5C7B1FD-AB74-C6FD-CB78-2EFDC3461E8B}"/>
              </a:ext>
            </a:extLst>
          </p:cNvPr>
          <p:cNvSpPr txBox="1"/>
          <p:nvPr/>
        </p:nvSpPr>
        <p:spPr>
          <a:xfrm>
            <a:off x="1255776" y="4659232"/>
            <a:ext cx="13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PE" dirty="0"/>
              <a:t>{{QR_CODE}}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203C07B9-9B5A-A44E-7071-61CDFCCF4674}"/>
              </a:ext>
            </a:extLst>
          </p:cNvPr>
          <p:cNvSpPr/>
          <p:nvPr/>
        </p:nvSpPr>
        <p:spPr>
          <a:xfrm>
            <a:off x="684240" y="5727842"/>
            <a:ext cx="2130198" cy="366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ts val="59"/>
              </a:spcBef>
            </a:pPr>
            <a:r>
              <a:rPr lang="es-PE" sz="9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CÓDIGO ESTUDIANTE:</a:t>
            </a:r>
          </a:p>
          <a:p>
            <a:pPr algn="ctr">
              <a:spcBef>
                <a:spcPts val="59"/>
              </a:spcBef>
            </a:pPr>
            <a:r>
              <a:rPr lang="en-US" sz="800" b="1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{{CODE_STUDENT}}</a:t>
            </a:r>
          </a:p>
        </p:txBody>
      </p:sp>
    </p:spTree>
    <p:extLst>
      <p:ext uri="{BB962C8B-B14F-4D97-AF65-F5344CB8AC3E}">
        <p14:creationId xmlns:p14="http://schemas.microsoft.com/office/powerpoint/2010/main" val="12104593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39224</TotalTime>
  <Words>257</Words>
  <Application>Microsoft Office PowerPoint</Application>
  <PresentationFormat>A4 (210 x 297 mm)</PresentationFormat>
  <Paragraphs>56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2" baseType="lpstr">
      <vt:lpstr>Algerian</vt:lpstr>
      <vt:lpstr>Arial</vt:lpstr>
      <vt:lpstr>Arial Black</vt:lpstr>
      <vt:lpstr>Arial Rounded MT Bold</vt:lpstr>
      <vt:lpstr>Britannic Bold</vt:lpstr>
      <vt:lpstr>Calibri</vt:lpstr>
      <vt:lpstr>Calibri Light</vt:lpstr>
      <vt:lpstr>Franklin Gothic Demi Cond</vt:lpstr>
      <vt:lpstr>Times New Roman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Windows</dc:creator>
  <cp:lastModifiedBy>Benjamín de Jesús Cueva Niño de Guzmán</cp:lastModifiedBy>
  <cp:revision>469</cp:revision>
  <cp:lastPrinted>2025-09-05T23:11:34Z</cp:lastPrinted>
  <dcterms:created xsi:type="dcterms:W3CDTF">2021-04-21T14:50:50Z</dcterms:created>
  <dcterms:modified xsi:type="dcterms:W3CDTF">2026-03-05T19:06:20Z</dcterms:modified>
</cp:coreProperties>
</file>