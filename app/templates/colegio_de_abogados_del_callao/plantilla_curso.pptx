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3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28/01/2026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903E-CFFB-9E44-66C6-6D70D101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4CE971C-C2AC-F2EC-E075-BF31E56B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381409" y="726292"/>
            <a:ext cx="5092700" cy="417317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F0246BD0-2353-53FF-F15E-37FCD94B97DD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D8DED7-2C38-6820-4102-8B7888657D40}"/>
              </a:ext>
            </a:extLst>
          </p:cNvPr>
          <p:cNvSpPr txBox="1"/>
          <p:nvPr/>
        </p:nvSpPr>
        <p:spPr>
          <a:xfrm>
            <a:off x="3078156" y="712517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9C20CF-4F7D-CABE-6193-1BB5871BA92C}"/>
              </a:ext>
            </a:extLst>
          </p:cNvPr>
          <p:cNvSpPr txBox="1"/>
          <p:nvPr/>
        </p:nvSpPr>
        <p:spPr>
          <a:xfrm>
            <a:off x="4252904" y="1305575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C2EDB-EBF8-6457-ED53-A42DF6002084}"/>
              </a:ext>
            </a:extLst>
          </p:cNvPr>
          <p:cNvSpPr txBox="1"/>
          <p:nvPr/>
        </p:nvSpPr>
        <p:spPr>
          <a:xfrm>
            <a:off x="2493032" y="1544202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1A67D06-10F2-D0B5-2DE1-F3049EF0F799}"/>
              </a:ext>
            </a:extLst>
          </p:cNvPr>
          <p:cNvSpPr txBox="1"/>
          <p:nvPr/>
        </p:nvSpPr>
        <p:spPr>
          <a:xfrm>
            <a:off x="-77961" y="1955637"/>
            <a:ext cx="10061922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b="1" dirty="0"/>
              <a:t>Por haber culminado satisfactoriamente el CURSO en 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</a:t>
            </a:r>
            <a:r>
              <a:rPr lang="es-ES" sz="2800" dirty="0">
                <a:latin typeface="Britannic Bold" panose="020B0903060703020204" pitchFamily="34" charset="0"/>
              </a:rPr>
              <a:t>{{TEMA_DIPLOMADO}}</a:t>
            </a:r>
            <a:r>
              <a:rPr lang="es-PE" sz="2800" dirty="0">
                <a:latin typeface="Britannic Bold" panose="020B0903060703020204" pitchFamily="34" charset="0"/>
              </a:rPr>
              <a:t>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922BB6B-FC6C-B93A-97FB-548A5CAE37FC}"/>
              </a:ext>
            </a:extLst>
          </p:cNvPr>
          <p:cNvSpPr txBox="1"/>
          <p:nvPr/>
        </p:nvSpPr>
        <p:spPr>
          <a:xfrm>
            <a:off x="5888340" y="4292258"/>
            <a:ext cx="362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PE" b="1" dirty="0"/>
              <a:t>Trujillo, {{FECHA_EMISION_LARGA}}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46CD80-D302-3BD4-A829-49A114B21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03942BF-09E6-F208-7AB4-8E1D7FBDC564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2CE80D91-3EAE-6651-460D-23A397AD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5B4DE75-7C68-3888-3DE0-C47E4A5DC96E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616924-A506-8D0B-2433-7BA550D12F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D41FC0-F46A-0621-048D-44EC7F544EB1}"/>
              </a:ext>
            </a:extLst>
          </p:cNvPr>
          <p:cNvCxnSpPr/>
          <p:nvPr/>
        </p:nvCxnSpPr>
        <p:spPr>
          <a:xfrm flipV="1">
            <a:off x="937973" y="5807352"/>
            <a:ext cx="36457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9D1E843-2090-ADCE-8385-7B9F6600167D}"/>
              </a:ext>
            </a:extLst>
          </p:cNvPr>
          <p:cNvSpPr txBox="1"/>
          <p:nvPr/>
        </p:nvSpPr>
        <p:spPr>
          <a:xfrm>
            <a:off x="1385326" y="5807352"/>
            <a:ext cx="2674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500" b="1" dirty="0">
                <a:latin typeface="Century Gothic" panose="020B0502020202020204" pitchFamily="34" charset="0"/>
              </a:rPr>
              <a:t>EDGARD LUIS MITTA CURAY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E30F08-72BA-B3BA-7E72-C821743FADF6}"/>
              </a:ext>
            </a:extLst>
          </p:cNvPr>
          <p:cNvSpPr txBox="1"/>
          <p:nvPr/>
        </p:nvSpPr>
        <p:spPr>
          <a:xfrm>
            <a:off x="2271507" y="6098232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latin typeface="Century Gothic" panose="020B0502020202020204" pitchFamily="34" charset="0"/>
              </a:rPr>
              <a:t>DECANO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AB0915-6C0B-B408-E3A2-B8DABC4D6706}"/>
              </a:ext>
            </a:extLst>
          </p:cNvPr>
          <p:cNvSpPr txBox="1"/>
          <p:nvPr/>
        </p:nvSpPr>
        <p:spPr>
          <a:xfrm>
            <a:off x="1530276" y="6362394"/>
            <a:ext cx="2505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b="1" dirty="0"/>
              <a:t>Colegio de Abogados del Callao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34087D3-3BC3-29E0-271D-54970541A6BF}"/>
              </a:ext>
            </a:extLst>
          </p:cNvPr>
          <p:cNvCxnSpPr/>
          <p:nvPr/>
        </p:nvCxnSpPr>
        <p:spPr>
          <a:xfrm flipV="1">
            <a:off x="5739550" y="5800034"/>
            <a:ext cx="3036388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D738D43-0190-9B70-3226-049325D2EB60}"/>
              </a:ext>
            </a:extLst>
          </p:cNvPr>
          <p:cNvSpPr txBox="1"/>
          <p:nvPr/>
        </p:nvSpPr>
        <p:spPr>
          <a:xfrm>
            <a:off x="5430149" y="6129758"/>
            <a:ext cx="3665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dirty="0">
                <a:latin typeface="Bernard MT Condensed" panose="02050806060905020404" pitchFamily="18" charset="0"/>
              </a:rPr>
              <a:t>DIRECTOR ACADÉMICO</a:t>
            </a:r>
          </a:p>
          <a:p>
            <a:pPr algn="ctr"/>
            <a:r>
              <a:rPr lang="es-PE" sz="1400" b="1" dirty="0"/>
              <a:t>Institución Educativa Académica y Social Berlín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1CDE20-3D91-8C02-1399-74C87C7C0B8C}"/>
              </a:ext>
            </a:extLst>
          </p:cNvPr>
          <p:cNvSpPr txBox="1"/>
          <p:nvPr/>
        </p:nvSpPr>
        <p:spPr>
          <a:xfrm>
            <a:off x="5739550" y="5834349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Bodoni Bd BT" panose="02070803080706020303" pitchFamily="18" charset="0"/>
              </a:rPr>
              <a:t>CHRISTIAAN QUIÑONES CARLOS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859433-7692-EB97-7C9F-A4EC0AEEC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990"/>
          <a:stretch/>
        </p:blipFill>
        <p:spPr>
          <a:xfrm>
            <a:off x="5450367" y="4813724"/>
            <a:ext cx="3632406" cy="1550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4207E0-3385-F954-9F74-B54C91B252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32" b="16121"/>
          <a:stretch/>
        </p:blipFill>
        <p:spPr>
          <a:xfrm>
            <a:off x="800538" y="4722888"/>
            <a:ext cx="4143138" cy="171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D54F-C427-2E75-E004-299324F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5DADC49-6FE7-C225-3327-419CF302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78074" y="1071736"/>
            <a:ext cx="6460361" cy="529389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67915064-4DAF-ED9F-6835-944E37B32096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44E0CD-62BE-33E6-5F65-502BDB2F4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77269"/>
              </p:ext>
            </p:extLst>
          </p:nvPr>
        </p:nvGraphicFramePr>
        <p:xfrm>
          <a:off x="242508" y="2467252"/>
          <a:ext cx="3034092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2344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2041748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</a:t>
                      </a:r>
                      <a:r>
                        <a:rPr lang="es-PE" sz="1050" dirty="0"/>
                        <a:t>CAC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2639223-9EBE-C60B-95DE-B5841D8706FB}"/>
              </a:ext>
            </a:extLst>
          </p:cNvPr>
          <p:cNvGrpSpPr/>
          <p:nvPr/>
        </p:nvGrpSpPr>
        <p:grpSpPr>
          <a:xfrm>
            <a:off x="611025" y="6123667"/>
            <a:ext cx="2297657" cy="437033"/>
            <a:chOff x="4281274" y="8807352"/>
            <a:chExt cx="2297657" cy="43703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86E3E86-9A63-BC3D-CEEF-A6BFE2EA8C25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4772C3-D65F-9EEC-AA63-4F44FA85AB5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A23FF2C-CCB1-4E12-6246-321FF9E9AE06}"/>
              </a:ext>
            </a:extLst>
          </p:cNvPr>
          <p:cNvSpPr/>
          <p:nvPr/>
        </p:nvSpPr>
        <p:spPr>
          <a:xfrm>
            <a:off x="717736" y="5737281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81B7CB1-8F7F-EA8F-9B17-7578C3433005}"/>
              </a:ext>
            </a:extLst>
          </p:cNvPr>
          <p:cNvGraphicFramePr>
            <a:graphicFrameLocks noGrp="1"/>
          </p:cNvGraphicFramePr>
          <p:nvPr/>
        </p:nvGraphicFramePr>
        <p:xfrm>
          <a:off x="3329941" y="1604300"/>
          <a:ext cx="6297399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97399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BEFD275-6BE4-1317-B22B-C737F9F62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525168"/>
              </p:ext>
            </p:extLst>
          </p:nvPr>
        </p:nvGraphicFramePr>
        <p:xfrm>
          <a:off x="3329941" y="2029129"/>
          <a:ext cx="6297400" cy="164668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15911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81489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50" b="0" dirty="0"/>
                        <a:t>MÓDULO</a:t>
                      </a:r>
                      <a:r>
                        <a:rPr lang="es-PE" sz="1150" b="0" baseline="0" dirty="0"/>
                        <a:t> I</a:t>
                      </a:r>
                      <a:endParaRPr lang="en-US" sz="11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50" b="0" i="0" dirty="0"/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50" b="0" dirty="0"/>
                        <a:t>MÓDULO</a:t>
                      </a:r>
                      <a:r>
                        <a:rPr lang="es-PE" sz="1150" b="0" baseline="0" dirty="0"/>
                        <a:t> II</a:t>
                      </a:r>
                      <a:endParaRPr lang="en-US" sz="11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50" b="0" i="0" dirty="0"/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49195">
                <a:tc>
                  <a:txBody>
                    <a:bodyPr/>
                    <a:lstStyle/>
                    <a:p>
                      <a:pPr algn="ctr"/>
                      <a:r>
                        <a:rPr lang="es-PE" sz="1150" b="0" dirty="0"/>
                        <a:t>MÓDULO</a:t>
                      </a:r>
                      <a:r>
                        <a:rPr lang="es-PE" sz="1150" b="0" baseline="0" dirty="0"/>
                        <a:t> III</a:t>
                      </a:r>
                      <a:endParaRPr lang="en-US" sz="11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50" b="0" i="0" dirty="0"/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algn="ctr"/>
                      <a:r>
                        <a:rPr lang="es-PE" sz="1150" b="0" dirty="0"/>
                        <a:t>MÓDULO IV</a:t>
                      </a:r>
                      <a:endParaRPr lang="en-US" sz="11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50" b="0" i="0" dirty="0"/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algn="ctr"/>
                      <a:r>
                        <a:rPr lang="es-PE" sz="1150" b="0" dirty="0"/>
                        <a:t>MÓDULO</a:t>
                      </a:r>
                      <a:r>
                        <a:rPr lang="es-PE" sz="1150" b="0" baseline="0" dirty="0"/>
                        <a:t> V</a:t>
                      </a:r>
                      <a:endParaRPr lang="en-US" sz="11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50" b="0" i="0" dirty="0"/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</a:tbl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10ABB14-2BAE-E5E0-36BD-E947986D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B45ADB4-94CF-66E2-CD1B-040B6FE98A48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3AF6AFE4-7D0A-D32B-58B1-268A65A4B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3E41BDB-8304-4737-4DBB-1D53FE3A6A07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C83CCE5-0760-FCA4-6B75-08CAE27748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0338C6F-31F6-8BB3-8CB7-A16C340500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802"/>
          <a:stretch/>
        </p:blipFill>
        <p:spPr>
          <a:xfrm>
            <a:off x="1497313" y="3964120"/>
            <a:ext cx="408860" cy="285334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1110861" y="4458611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/>
              <a:t>{{QR_CODE}}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92717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200071</TotalTime>
  <Words>228</Words>
  <Application>Microsoft Office PowerPoint</Application>
  <PresentationFormat>A4 (210 x 297 mm)</PresentationFormat>
  <Paragraphs>44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Bernard MT Condensed</vt:lpstr>
      <vt:lpstr>Bodoni Bd BT</vt:lpstr>
      <vt:lpstr>Britannic Bold</vt:lpstr>
      <vt:lpstr>Calibri</vt:lpstr>
      <vt:lpstr>Calibri Light</vt:lpstr>
      <vt:lpstr>Century Gothic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603</cp:revision>
  <cp:lastPrinted>2026-01-10T00:10:26Z</cp:lastPrinted>
  <dcterms:created xsi:type="dcterms:W3CDTF">2021-04-21T14:50:50Z</dcterms:created>
  <dcterms:modified xsi:type="dcterms:W3CDTF">2026-01-28T19:03:50Z</dcterms:modified>
</cp:coreProperties>
</file>