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28/01/2026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473523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48" y="1712150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1A67D06-10F2-D0B5-2DE1-F3049EF0F799}"/>
              </a:ext>
            </a:extLst>
          </p:cNvPr>
          <p:cNvSpPr txBox="1"/>
          <p:nvPr/>
        </p:nvSpPr>
        <p:spPr>
          <a:xfrm>
            <a:off x="-77950" y="2123585"/>
            <a:ext cx="10061922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PROGRAMA DE </a:t>
            </a:r>
          </a:p>
          <a:p>
            <a:pPr algn="ctr"/>
            <a:r>
              <a:rPr lang="es-PE" b="1" dirty="0"/>
              <a:t>ESPECIALIZACIÓN en 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</a:rPr>
              <a:t>{{TEMA_DIPLOMADO}}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Diplomado,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0267250-C8BB-17D2-6F0D-AA3ED23AFB28}"/>
              </a:ext>
            </a:extLst>
          </p:cNvPr>
          <p:cNvSpPr txBox="1"/>
          <p:nvPr/>
        </p:nvSpPr>
        <p:spPr>
          <a:xfrm>
            <a:off x="2652433" y="415027"/>
            <a:ext cx="40639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3600" dirty="0">
                <a:latin typeface="Algerian" panose="04020705040A02060702" pitchFamily="82" charset="0"/>
              </a:rPr>
              <a:t>Programa de</a:t>
            </a:r>
          </a:p>
          <a:p>
            <a:pPr algn="ctr"/>
            <a:r>
              <a:rPr lang="es-PE" sz="3600" dirty="0">
                <a:latin typeface="Algerian" panose="04020705040A02060702" pitchFamily="82" charset="0"/>
              </a:rPr>
              <a:t>especialización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22BB6B-FC6C-B93A-97FB-548A5CAE37FC}"/>
              </a:ext>
            </a:extLst>
          </p:cNvPr>
          <p:cNvSpPr txBox="1"/>
          <p:nvPr/>
        </p:nvSpPr>
        <p:spPr>
          <a:xfrm>
            <a:off x="5888340" y="4478870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A23FF2C-CCB1-4E12-6246-321FF9E9AE06}"/>
              </a:ext>
            </a:extLst>
          </p:cNvPr>
          <p:cNvSpPr/>
          <p:nvPr/>
        </p:nvSpPr>
        <p:spPr>
          <a:xfrm>
            <a:off x="717736" y="5737281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594373"/>
              </p:ext>
            </p:extLst>
          </p:nvPr>
        </p:nvGraphicFramePr>
        <p:xfrm>
          <a:off x="3329941" y="2029129"/>
          <a:ext cx="6297400" cy="273972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</a:t>
                      </a:r>
                      <a:endParaRPr lang="en-US" sz="115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15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 IV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50" b="0" i="0" dirty="0"/>
                        <a:t>{{MODULO_6}}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4990184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{{MODULO_7}}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89160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r>
                        <a:rPr lang="en-US" sz="1150" b="0" baseline="0" dirty="0"/>
                        <a:t>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{{MODULO_8}}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533395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3" name="CuadroTexto 1">
            <a:extLst>
              <a:ext uri="{FF2B5EF4-FFF2-40B4-BE49-F238E27FC236}">
                <a16:creationId xmlns:a16="http://schemas.microsoft.com/office/drawing/2014/main" id="{57499876-AE68-F725-1064-DC59CA96624A}"/>
              </a:ext>
            </a:extLst>
          </p:cNvPr>
          <p:cNvSpPr txBox="1"/>
          <p:nvPr/>
        </p:nvSpPr>
        <p:spPr>
          <a:xfrm>
            <a:off x="1083990" y="440976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200073</TotalTime>
  <Words>256</Words>
  <Application>Microsoft Office PowerPoint</Application>
  <PresentationFormat>A4 (210 x 297 mm)</PresentationFormat>
  <Paragraphs>52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604</cp:revision>
  <cp:lastPrinted>2026-01-10T00:10:26Z</cp:lastPrinted>
  <dcterms:created xsi:type="dcterms:W3CDTF">2021-04-21T14:50:50Z</dcterms:created>
  <dcterms:modified xsi:type="dcterms:W3CDTF">2026-01-28T19:04:14Z</dcterms:modified>
</cp:coreProperties>
</file>