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3F4FD-F9F6-4AEE-98AC-47F79B5BE86D}" v="9" dt="2026-03-05T19:07:07.169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9:07:07.169" v="77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03:21.903" v="73" actId="1035"/>
        <pc:sldMkLst>
          <pc:docMk/>
          <pc:sldMk cId="1635965375" sldId="282"/>
        </pc:sldMkLst>
        <pc:spChg chg="add del">
          <ac:chgData name="Benjamín de Jesús Cueva Niño de Guzmán" userId="56da303013910523" providerId="LiveId" clId="{532B7A48-8887-4F62-9537-0BA1FAE83637}" dt="2026-03-05T18:02:35.055" v="53" actId="478"/>
          <ac:spMkLst>
            <pc:docMk/>
            <pc:sldMk cId="1635965375" sldId="282"/>
            <ac:spMk id="4" creationId="{20267250-C8BB-17D2-6F0D-AA3ED23AFB28}"/>
          </ac:spMkLst>
        </pc:spChg>
        <pc:spChg chg="add mod ord">
          <ac:chgData name="Benjamín de Jesús Cueva Niño de Guzmán" userId="56da303013910523" providerId="LiveId" clId="{532B7A48-8887-4F62-9537-0BA1FAE83637}" dt="2026-03-05T18:03:21.903" v="73" actId="1035"/>
          <ac:spMkLst>
            <pc:docMk/>
            <pc:sldMk cId="1635965375" sldId="282"/>
            <ac:spMk id="5" creationId="{2CAEDBD3-6BC9-8B39-CDF7-052C584CEAEB}"/>
          </ac:spMkLst>
        </pc:spChg>
        <pc:spChg chg="add mod">
          <ac:chgData name="Benjamín de Jesús Cueva Niño de Guzmán" userId="56da303013910523" providerId="LiveId" clId="{532B7A48-8887-4F62-9537-0BA1FAE83637}" dt="2026-03-05T18:02:34.200" v="52" actId="1037"/>
          <ac:spMkLst>
            <pc:docMk/>
            <pc:sldMk cId="1635965375" sldId="282"/>
            <ac:spMk id="7" creationId="{2FDE2521-5B03-6B7C-1C73-432BDD494647}"/>
          </ac:spMkLst>
        </pc:spChg>
        <pc:spChg chg="add mod">
          <ac:chgData name="Benjamín de Jesús Cueva Niño de Guzmán" userId="56da303013910523" providerId="LiveId" clId="{532B7A48-8887-4F62-9537-0BA1FAE83637}" dt="2026-03-05T18:02:19.619" v="35"/>
          <ac:spMkLst>
            <pc:docMk/>
            <pc:sldMk cId="1635965375" sldId="282"/>
            <ac:spMk id="8" creationId="{D8B026C5-63F6-3067-D4B7-90CC8D89CADA}"/>
          </ac:spMkLst>
        </pc:spChg>
        <pc:spChg chg="add mod">
          <ac:chgData name="Benjamín de Jesús Cueva Niño de Guzmán" userId="56da303013910523" providerId="LiveId" clId="{532B7A48-8887-4F62-9537-0BA1FAE83637}" dt="2026-03-05T18:02:19.619" v="35"/>
          <ac:spMkLst>
            <pc:docMk/>
            <pc:sldMk cId="1635965375" sldId="282"/>
            <ac:spMk id="9" creationId="{88BBF148-B7BB-5A78-F725-E39461646285}"/>
          </ac:spMkLst>
        </pc:spChg>
        <pc:spChg chg="add del mod">
          <ac:chgData name="Benjamín de Jesús Cueva Niño de Guzmán" userId="56da303013910523" providerId="LiveId" clId="{532B7A48-8887-4F62-9537-0BA1FAE83637}" dt="2026-03-05T18:03:21.903" v="73" actId="1035"/>
          <ac:spMkLst>
            <pc:docMk/>
            <pc:sldMk cId="1635965375" sldId="282"/>
            <ac:spMk id="15" creationId="{159C20CF-4F7D-CABE-6193-1BB5871BA92C}"/>
          </ac:spMkLst>
        </pc:spChg>
        <pc:spChg chg="add del mod">
          <ac:chgData name="Benjamín de Jesús Cueva Niño de Guzmán" userId="56da303013910523" providerId="LiveId" clId="{532B7A48-8887-4F62-9537-0BA1FAE83637}" dt="2026-03-05T18:03:21.903" v="73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01:52.429" v="32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03:04.089" v="68" actId="478"/>
          <ac:spMkLst>
            <pc:docMk/>
            <pc:sldMk cId="1635965375" sldId="282"/>
            <ac:spMk id="18" creationId="{C922BB6B-FC6C-B93A-97FB-548A5CAE37FC}"/>
          </ac:spMkLst>
        </pc:spChg>
        <pc:picChg chg="ord">
          <ac:chgData name="Benjamín de Jesús Cueva Niño de Guzmán" userId="56da303013910523" providerId="LiveId" clId="{532B7A48-8887-4F62-9537-0BA1FAE83637}" dt="2026-03-05T18:03:06.338" v="69" actId="167"/>
          <ac:picMkLst>
            <pc:docMk/>
            <pc:sldMk cId="1635965375" sldId="282"/>
            <ac:picMk id="30" creationId="{E4CE971C-C2AC-F2EC-E075-BF31E56BAC02}"/>
          </ac:picMkLst>
        </pc:picChg>
      </pc:sldChg>
      <pc:sldChg chg="addSp delSp modSp mod">
        <pc:chgData name="Benjamín de Jesús Cueva Niño de Guzmán" userId="56da303013910523" providerId="LiveId" clId="{532B7A48-8887-4F62-9537-0BA1FAE83637}" dt="2026-03-05T19:07:07.169" v="77"/>
        <pc:sldMkLst>
          <pc:docMk/>
          <pc:sldMk cId="1692717128" sldId="283"/>
        </pc:sldMkLst>
        <pc:spChg chg="add mod">
          <ac:chgData name="Benjamín de Jesús Cueva Niño de Guzmán" userId="56da303013910523" providerId="LiveId" clId="{532B7A48-8887-4F62-9537-0BA1FAE83637}" dt="2026-03-05T19:07:07.169" v="77"/>
          <ac:spMkLst>
            <pc:docMk/>
            <pc:sldMk cId="1692717128" sldId="283"/>
            <ac:spMk id="3" creationId="{39DC044B-8F58-1227-535E-E8F623FD33E4}"/>
          </ac:spMkLst>
        </pc:spChg>
        <pc:spChg chg="add del mod">
          <ac:chgData name="Benjamín de Jesús Cueva Niño de Guzmán" userId="56da303013910523" providerId="LiveId" clId="{532B7A48-8887-4F62-9537-0BA1FAE83637}" dt="2026-03-05T18:22:22.969" v="74" actId="478"/>
          <ac:spMkLst>
            <pc:docMk/>
            <pc:sldMk cId="1692717128" sldId="283"/>
            <ac:spMk id="3" creationId="{57499876-AE68-F725-1064-DC59CA96624A}"/>
          </ac:spMkLst>
        </pc:spChg>
        <pc:spChg chg="add mod">
          <ac:chgData name="Benjamín de Jesús Cueva Niño de Guzmán" userId="56da303013910523" providerId="LiveId" clId="{532B7A48-8887-4F62-9537-0BA1FAE83637}" dt="2026-03-05T18:22:24.582" v="75"/>
          <ac:spMkLst>
            <pc:docMk/>
            <pc:sldMk cId="1692717128" sldId="283"/>
            <ac:spMk id="4" creationId="{3851004A-6DD4-6AEE-C539-AF2E6688CE4D}"/>
          </ac:spMkLst>
        </pc:spChg>
        <pc:spChg chg="add mod">
          <ac:chgData name="Benjamín de Jesús Cueva Niño de Guzmán" userId="56da303013910523" providerId="LiveId" clId="{532B7A48-8887-4F62-9537-0BA1FAE83637}" dt="2026-03-05T18:01:10.825" v="24"/>
          <ac:spMkLst>
            <pc:docMk/>
            <pc:sldMk cId="1692717128" sldId="283"/>
            <ac:spMk id="4" creationId="{F5C7B1FD-AB74-C6FD-CB78-2EFDC3461E8B}"/>
          </ac:spMkLst>
        </pc:spChg>
        <pc:spChg chg="add mod">
          <ac:chgData name="Benjamín de Jesús Cueva Niño de Guzmán" userId="56da303013910523" providerId="LiveId" clId="{532B7A48-8887-4F62-9537-0BA1FAE83637}" dt="2026-03-05T18:01:12.860" v="26"/>
          <ac:spMkLst>
            <pc:docMk/>
            <pc:sldMk cId="1692717128" sldId="283"/>
            <ac:spMk id="5" creationId="{F5C7B1FD-AB74-C6FD-CB78-2EFDC3461E8B}"/>
          </ac:spMkLst>
        </pc:spChg>
        <pc:spChg chg="del">
          <ac:chgData name="Benjamín de Jesús Cueva Niño de Guzmán" userId="56da303013910523" providerId="LiveId" clId="{532B7A48-8887-4F62-9537-0BA1FAE83637}" dt="2026-03-05T19:07:06.846" v="76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01:22.396" v="31" actId="255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445530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48" y="166549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0267250-C8BB-17D2-6F0D-AA3ED23AFB28}"/>
              </a:ext>
            </a:extLst>
          </p:cNvPr>
          <p:cNvSpPr txBox="1"/>
          <p:nvPr/>
        </p:nvSpPr>
        <p:spPr>
          <a:xfrm>
            <a:off x="2652433" y="415027"/>
            <a:ext cx="4063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6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PE" sz="3600" dirty="0">
                <a:latin typeface="Algerian" panose="04020705040A02060702" pitchFamily="82" charset="0"/>
              </a:rPr>
              <a:t>especialización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AEDBD3-6BC9-8B39-CDF7-052C584CEAEB}"/>
              </a:ext>
            </a:extLst>
          </p:cNvPr>
          <p:cNvSpPr txBox="1"/>
          <p:nvPr/>
        </p:nvSpPr>
        <p:spPr>
          <a:xfrm>
            <a:off x="380775" y="2074195"/>
            <a:ext cx="9144451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PROGRAMA </a:t>
            </a:r>
          </a:p>
          <a:p>
            <a:pPr algn="ctr"/>
            <a:r>
              <a:rPr lang="es-PE" b="1" dirty="0"/>
              <a:t>DE ESPECIALIZACIÓN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Programa de Especialización,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77269"/>
              </p:ext>
            </p:extLst>
          </p:nvPr>
        </p:nvGraphicFramePr>
        <p:xfrm>
          <a:off x="242508" y="2467252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91058"/>
              </p:ext>
            </p:extLst>
          </p:nvPr>
        </p:nvGraphicFramePr>
        <p:xfrm>
          <a:off x="3329941" y="2029129"/>
          <a:ext cx="6297400" cy="273972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 IV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b="0" i="0" dirty="0"/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4990184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89160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b="0" dirty="0"/>
                        <a:t>MÓDULO</a:t>
                      </a:r>
                      <a:r>
                        <a:rPr lang="es-PE" sz="1100" b="0" baseline="0" dirty="0"/>
                        <a:t> V</a:t>
                      </a:r>
                      <a:r>
                        <a:rPr lang="en-US" sz="1100" b="0" baseline="0" dirty="0"/>
                        <a:t>III</a:t>
                      </a:r>
                      <a:endParaRPr lang="en-US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950" b="0" i="0" dirty="0"/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533395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964120"/>
            <a:ext cx="408860" cy="285334"/>
          </a:xfrm>
          <a:prstGeom prst="rect">
            <a:avLst/>
          </a:prstGeom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3851004A-6DD4-6AEE-C539-AF2E6688CE4D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DC044B-8F58-1227-535E-E8F623FD33E4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200075</TotalTime>
  <Words>261</Words>
  <Application>Microsoft Office PowerPoint</Application>
  <PresentationFormat>A4 (210 x 297 mm)</PresentationFormat>
  <Paragraphs>54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604</cp:revision>
  <cp:lastPrinted>2026-01-10T00:10:26Z</cp:lastPrinted>
  <dcterms:created xsi:type="dcterms:W3CDTF">2021-04-21T14:50:50Z</dcterms:created>
  <dcterms:modified xsi:type="dcterms:W3CDTF">2026-03-05T19:07:08Z</dcterms:modified>
</cp:coreProperties>
</file>