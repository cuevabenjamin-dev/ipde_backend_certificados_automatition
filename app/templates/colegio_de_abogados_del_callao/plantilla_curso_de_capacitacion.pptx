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3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4422B-CCDC-4B4E-A9EC-3603A115F220}" v="2" dt="2026-03-05T19:07:45.183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modSld">
      <pc:chgData name="Benjamín de Jesús Cueva Niño de Guzmán" userId="56da303013910523" providerId="LiveId" clId="{532B7A48-8887-4F62-9537-0BA1FAE83637}" dt="2026-03-05T19:07:45.183" v="30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12:50.464" v="22" actId="1035"/>
        <pc:sldMkLst>
          <pc:docMk/>
          <pc:sldMk cId="1635965375" sldId="282"/>
        </pc:sldMkLst>
        <pc:spChg chg="add mod">
          <ac:chgData name="Benjamín de Jesús Cueva Niño de Guzmán" userId="56da303013910523" providerId="LiveId" clId="{532B7A48-8887-4F62-9537-0BA1FAE83637}" dt="2026-03-05T18:12:46.781" v="19"/>
          <ac:spMkLst>
            <pc:docMk/>
            <pc:sldMk cId="1635965375" sldId="282"/>
            <ac:spMk id="4" creationId="{C77716BF-2959-78C2-0A65-528ABCBA75D9}"/>
          </ac:spMkLst>
        </pc:spChg>
        <pc:spChg chg="mod">
          <ac:chgData name="Benjamín de Jesús Cueva Niño de Guzmán" userId="56da303013910523" providerId="LiveId" clId="{532B7A48-8887-4F62-9537-0BA1FAE83637}" dt="2026-03-05T18:12:50.464" v="22" actId="1035"/>
          <ac:spMkLst>
            <pc:docMk/>
            <pc:sldMk cId="1635965375" sldId="282"/>
            <ac:spMk id="15" creationId="{159C20CF-4F7D-CABE-6193-1BB5871BA92C}"/>
          </ac:spMkLst>
        </pc:spChg>
        <pc:spChg chg="mod">
          <ac:chgData name="Benjamín de Jesús Cueva Niño de Guzmán" userId="56da303013910523" providerId="LiveId" clId="{532B7A48-8887-4F62-9537-0BA1FAE83637}" dt="2026-03-05T18:12:50.464" v="22" actId="1035"/>
          <ac:spMkLst>
            <pc:docMk/>
            <pc:sldMk cId="1635965375" sldId="282"/>
            <ac:spMk id="16" creationId="{DBBC2EDB-EBF8-6457-ED53-A42DF6002084}"/>
          </ac:spMkLst>
        </pc:spChg>
        <pc:spChg chg="del mod">
          <ac:chgData name="Benjamín de Jesús Cueva Niño de Guzmán" userId="56da303013910523" providerId="LiveId" clId="{532B7A48-8887-4F62-9537-0BA1FAE83637}" dt="2026-03-05T18:12:41.327" v="18" actId="478"/>
          <ac:spMkLst>
            <pc:docMk/>
            <pc:sldMk cId="1635965375" sldId="282"/>
            <ac:spMk id="17" creationId="{D1A67D06-10F2-D0B5-2DE1-F3049EF0F799}"/>
          </ac:spMkLst>
        </pc:spChg>
        <pc:spChg chg="del mod">
          <ac:chgData name="Benjamín de Jesús Cueva Niño de Guzmán" userId="56da303013910523" providerId="LiveId" clId="{532B7A48-8887-4F62-9537-0BA1FAE83637}" dt="2026-03-05T18:12:41.327" v="18" actId="478"/>
          <ac:spMkLst>
            <pc:docMk/>
            <pc:sldMk cId="1635965375" sldId="282"/>
            <ac:spMk id="18" creationId="{C922BB6B-FC6C-B93A-97FB-548A5CAE37FC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7:45.183" v="30"/>
        <pc:sldMkLst>
          <pc:docMk/>
          <pc:sldMk cId="1692717128" sldId="283"/>
        </pc:sldMkLst>
        <pc:spChg chg="mod">
          <ac:chgData name="Benjamín de Jesús Cueva Niño de Guzmán" userId="56da303013910523" providerId="LiveId" clId="{532B7A48-8887-4F62-9537-0BA1FAE83637}" dt="2026-03-05T18:13:04.259" v="28" actId="1076"/>
          <ac:spMkLst>
            <pc:docMk/>
            <pc:sldMk cId="1692717128" sldId="283"/>
            <ac:spMk id="3" creationId="{73FC219E-6E54-02C6-2D68-ED6FE3FBB5EC}"/>
          </ac:spMkLst>
        </pc:spChg>
        <pc:spChg chg="add mod">
          <ac:chgData name="Benjamín de Jesús Cueva Niño de Guzmán" userId="56da303013910523" providerId="LiveId" clId="{532B7A48-8887-4F62-9537-0BA1FAE83637}" dt="2026-03-05T19:07:45.183" v="30"/>
          <ac:spMkLst>
            <pc:docMk/>
            <pc:sldMk cId="1692717128" sldId="283"/>
            <ac:spMk id="4" creationId="{EE4DB7B2-85EA-CEF4-43B7-5587B85CF4C9}"/>
          </ac:spMkLst>
        </pc:spChg>
        <pc:spChg chg="del">
          <ac:chgData name="Benjamín de Jesús Cueva Niño de Guzmán" userId="56da303013910523" providerId="LiveId" clId="{532B7A48-8887-4F62-9537-0BA1FAE83637}" dt="2026-03-05T19:07:44.880" v="29" actId="478"/>
          <ac:spMkLst>
            <pc:docMk/>
            <pc:sldMk cId="1692717128" sldId="283"/>
            <ac:spMk id="21" creationId="{EA23FF2C-CCB1-4E12-6246-321FF9E9AE06}"/>
          </ac:spMkLst>
        </pc:spChg>
        <pc:graphicFrameChg chg="modGraphic">
          <ac:chgData name="Benjamín de Jesús Cueva Niño de Guzmán" userId="56da303013910523" providerId="LiveId" clId="{532B7A48-8887-4F62-9537-0BA1FAE83637}" dt="2026-03-05T18:12:59.157" v="27" actId="403"/>
          <ac:graphicFrameMkLst>
            <pc:docMk/>
            <pc:sldMk cId="1692717128" sldId="283"/>
            <ac:graphicFrameMk id="25" creationId="{2BEFD275-6BE4-1317-B22B-C737F9F6224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especializacionvirtual.com/validar-certificado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903E-CFFB-9E44-66C6-6D70D101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E4CE971C-C2AC-F2EC-E075-BF31E56BAC02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2381409" y="726292"/>
            <a:ext cx="5092700" cy="417317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F0246BD0-2353-53FF-F15E-37FCD94B97DD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D8DED7-2C38-6820-4102-8B7888657D40}"/>
              </a:ext>
            </a:extLst>
          </p:cNvPr>
          <p:cNvSpPr txBox="1"/>
          <p:nvPr/>
        </p:nvSpPr>
        <p:spPr>
          <a:xfrm>
            <a:off x="3078156" y="712517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59C20CF-4F7D-CABE-6193-1BB5871BA92C}"/>
              </a:ext>
            </a:extLst>
          </p:cNvPr>
          <p:cNvSpPr txBox="1"/>
          <p:nvPr/>
        </p:nvSpPr>
        <p:spPr>
          <a:xfrm>
            <a:off x="4252904" y="1277582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BBC2EDB-EBF8-6457-ED53-A42DF6002084}"/>
              </a:ext>
            </a:extLst>
          </p:cNvPr>
          <p:cNvSpPr txBox="1"/>
          <p:nvPr/>
        </p:nvSpPr>
        <p:spPr>
          <a:xfrm>
            <a:off x="2493032" y="1497547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C46CD80-D302-3BD4-A829-49A114B21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503942BF-09E6-F208-7AB4-8E1D7FBDC564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2CE80D91-3EAE-6651-460D-23A397AD8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5B4DE75-7C68-3888-3DE0-C47E4A5DC96E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F1616924-A506-8D0B-2433-7BA550D12F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C4D41FC0-F46A-0621-048D-44EC7F544EB1}"/>
              </a:ext>
            </a:extLst>
          </p:cNvPr>
          <p:cNvCxnSpPr/>
          <p:nvPr/>
        </p:nvCxnSpPr>
        <p:spPr>
          <a:xfrm flipV="1">
            <a:off x="937973" y="5807352"/>
            <a:ext cx="364570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9D1E843-2090-ADCE-8385-7B9F6600167D}"/>
              </a:ext>
            </a:extLst>
          </p:cNvPr>
          <p:cNvSpPr txBox="1"/>
          <p:nvPr/>
        </p:nvSpPr>
        <p:spPr>
          <a:xfrm>
            <a:off x="1385326" y="5807352"/>
            <a:ext cx="26741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500" b="1" dirty="0">
                <a:latin typeface="Century Gothic" panose="020B0502020202020204" pitchFamily="34" charset="0"/>
              </a:rPr>
              <a:t>EDGARD LUIS MITTA CURAY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E30F08-72BA-B3BA-7E72-C821743FADF6}"/>
              </a:ext>
            </a:extLst>
          </p:cNvPr>
          <p:cNvSpPr txBox="1"/>
          <p:nvPr/>
        </p:nvSpPr>
        <p:spPr>
          <a:xfrm>
            <a:off x="2271507" y="6098232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b="1" dirty="0">
                <a:latin typeface="Century Gothic" panose="020B0502020202020204" pitchFamily="34" charset="0"/>
              </a:rPr>
              <a:t>DECANO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1AB0915-6C0B-B408-E3A2-B8DABC4D6706}"/>
              </a:ext>
            </a:extLst>
          </p:cNvPr>
          <p:cNvSpPr txBox="1"/>
          <p:nvPr/>
        </p:nvSpPr>
        <p:spPr>
          <a:xfrm>
            <a:off x="1530276" y="6362394"/>
            <a:ext cx="25059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b="1" dirty="0"/>
              <a:t>Colegio de Abogados del Callao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34087D3-3BC3-29E0-271D-54970541A6BF}"/>
              </a:ext>
            </a:extLst>
          </p:cNvPr>
          <p:cNvCxnSpPr/>
          <p:nvPr/>
        </p:nvCxnSpPr>
        <p:spPr>
          <a:xfrm flipV="1">
            <a:off x="5739550" y="5800034"/>
            <a:ext cx="3036388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D738D43-0190-9B70-3226-049325D2EB60}"/>
              </a:ext>
            </a:extLst>
          </p:cNvPr>
          <p:cNvSpPr txBox="1"/>
          <p:nvPr/>
        </p:nvSpPr>
        <p:spPr>
          <a:xfrm>
            <a:off x="5430149" y="6129758"/>
            <a:ext cx="3665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400" dirty="0">
                <a:latin typeface="Bernard MT Condensed" panose="02050806060905020404" pitchFamily="18" charset="0"/>
              </a:rPr>
              <a:t>DIRECTOR ACADÉMICO</a:t>
            </a:r>
          </a:p>
          <a:p>
            <a:pPr algn="ctr"/>
            <a:r>
              <a:rPr lang="es-PE" sz="1400" b="1" dirty="0"/>
              <a:t>Institución Educativa Académica y Social Berlín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71CDE20-3D91-8C02-1399-74C87C7C0B8C}"/>
              </a:ext>
            </a:extLst>
          </p:cNvPr>
          <p:cNvSpPr txBox="1"/>
          <p:nvPr/>
        </p:nvSpPr>
        <p:spPr>
          <a:xfrm>
            <a:off x="5739550" y="5834349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00" dirty="0">
                <a:latin typeface="Bodoni Bd BT" panose="02070803080706020303" pitchFamily="18" charset="0"/>
              </a:rPr>
              <a:t>CHRISTIAAN QUIÑONES CARLOS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0859433-7692-EB97-7C9F-A4EC0AEEC7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6990"/>
          <a:stretch/>
        </p:blipFill>
        <p:spPr>
          <a:xfrm>
            <a:off x="5450367" y="4813724"/>
            <a:ext cx="3632406" cy="155088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C4207E0-3385-F954-9F74-B54C91B2525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6932" b="16121"/>
          <a:stretch/>
        </p:blipFill>
        <p:spPr>
          <a:xfrm>
            <a:off x="800538" y="4722888"/>
            <a:ext cx="4143138" cy="17102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77716BF-2959-78C2-0A65-528ABCBA75D9}"/>
              </a:ext>
            </a:extLst>
          </p:cNvPr>
          <p:cNvSpPr txBox="1"/>
          <p:nvPr/>
        </p:nvSpPr>
        <p:spPr>
          <a:xfrm>
            <a:off x="380775" y="1915576"/>
            <a:ext cx="9144451" cy="2800767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CURSO </a:t>
            </a:r>
          </a:p>
          <a:p>
            <a:pPr algn="ctr"/>
            <a:r>
              <a:rPr lang="es-PE" b="1" dirty="0"/>
              <a:t>DE CAPACITACIÓN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r"/>
            <a:r>
              <a:rPr lang="es-PE" b="1" dirty="0"/>
              <a:t>Trujillo, 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16359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D54F-C427-2E75-E004-299324F9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n 31">
            <a:extLst>
              <a:ext uri="{FF2B5EF4-FFF2-40B4-BE49-F238E27FC236}">
                <a16:creationId xmlns:a16="http://schemas.microsoft.com/office/drawing/2014/main" id="{C5DADC49-6FE7-C225-3327-419CF302F4A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78074" y="1071736"/>
            <a:ext cx="6460361" cy="5293895"/>
          </a:xfrm>
          <a:prstGeom prst="rect">
            <a:avLst/>
          </a:prstGeom>
        </p:spPr>
      </p:pic>
      <p:sp>
        <p:nvSpPr>
          <p:cNvPr id="6" name="Placa 5">
            <a:extLst>
              <a:ext uri="{FF2B5EF4-FFF2-40B4-BE49-F238E27FC236}">
                <a16:creationId xmlns:a16="http://schemas.microsoft.com/office/drawing/2014/main" id="{67915064-4DAF-ED9F-6835-944E37B32096}"/>
              </a:ext>
            </a:extLst>
          </p:cNvPr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44E0CD-62BE-33E6-5F65-502BDB2F4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77269"/>
              </p:ext>
            </p:extLst>
          </p:nvPr>
        </p:nvGraphicFramePr>
        <p:xfrm>
          <a:off x="242508" y="2467252"/>
          <a:ext cx="3034092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92344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2041748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</a:t>
                      </a:r>
                      <a:r>
                        <a:rPr lang="es-PE" sz="1050" dirty="0"/>
                        <a:t>CAC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pSp>
        <p:nvGrpSpPr>
          <p:cNvPr id="16" name="Grupo 15">
            <a:extLst>
              <a:ext uri="{FF2B5EF4-FFF2-40B4-BE49-F238E27FC236}">
                <a16:creationId xmlns:a16="http://schemas.microsoft.com/office/drawing/2014/main" id="{32639223-9EBE-C60B-95DE-B5841D8706FB}"/>
              </a:ext>
            </a:extLst>
          </p:cNvPr>
          <p:cNvGrpSpPr/>
          <p:nvPr/>
        </p:nvGrpSpPr>
        <p:grpSpPr>
          <a:xfrm>
            <a:off x="611025" y="6123667"/>
            <a:ext cx="2297657" cy="437033"/>
            <a:chOff x="4281274" y="8807352"/>
            <a:chExt cx="2297657" cy="437033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686E3E86-9A63-BC3D-CEEF-A6BFE2EA8C25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34772C3-D65F-9EEC-AA63-4F44FA85AB5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A81B7CB1-8F7F-EA8F-9B17-7578C3433005}"/>
              </a:ext>
            </a:extLst>
          </p:cNvPr>
          <p:cNvGraphicFramePr>
            <a:graphicFrameLocks noGrp="1"/>
          </p:cNvGraphicFramePr>
          <p:nvPr/>
        </p:nvGraphicFramePr>
        <p:xfrm>
          <a:off x="3329941" y="1604300"/>
          <a:ext cx="6297399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97399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2BEFD275-6BE4-1317-B22B-C737F9F62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758233"/>
              </p:ext>
            </p:extLst>
          </p:nvPr>
        </p:nvGraphicFramePr>
        <p:xfrm>
          <a:off x="3329941" y="2029129"/>
          <a:ext cx="6297400" cy="164668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15911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81489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</a:t>
                      </a:r>
                      <a:endParaRPr lang="en-US" sz="112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dirty="0"/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II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dirty="0"/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49195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III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00" b="0" i="0" dirty="0"/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 IV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0" i="0" dirty="0"/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364347">
                <a:tc>
                  <a:txBody>
                    <a:bodyPr/>
                    <a:lstStyle/>
                    <a:p>
                      <a:pPr algn="ctr"/>
                      <a:r>
                        <a:rPr lang="es-PE" sz="1120" b="0" dirty="0"/>
                        <a:t>MÓDULO</a:t>
                      </a:r>
                      <a:r>
                        <a:rPr lang="es-PE" sz="1120" b="0" baseline="0" dirty="0"/>
                        <a:t> V</a:t>
                      </a:r>
                      <a:endParaRPr lang="en-US" sz="112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00" b="0" i="0" dirty="0"/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</a:tbl>
          </a:graphicData>
        </a:graphic>
      </p:graphicFrame>
      <p:pic>
        <p:nvPicPr>
          <p:cNvPr id="17" name="Imagen 16">
            <a:extLst>
              <a:ext uri="{FF2B5EF4-FFF2-40B4-BE49-F238E27FC236}">
                <a16:creationId xmlns:a16="http://schemas.microsoft.com/office/drawing/2014/main" id="{E10ABB14-2BAE-E5E0-36BD-E947986DA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92" y="228977"/>
            <a:ext cx="2957853" cy="75832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4B45ADB4-94CF-66E2-CD1B-040B6FE98A48}"/>
              </a:ext>
            </a:extLst>
          </p:cNvPr>
          <p:cNvSpPr txBox="1"/>
          <p:nvPr/>
        </p:nvSpPr>
        <p:spPr>
          <a:xfrm>
            <a:off x="6650850" y="967851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4" name="Picture 2" descr="Colegio de Abogados del Callao">
            <a:extLst>
              <a:ext uri="{FF2B5EF4-FFF2-40B4-BE49-F238E27FC236}">
                <a16:creationId xmlns:a16="http://schemas.microsoft.com/office/drawing/2014/main" id="{3AF6AFE4-7D0A-D32B-58B1-268A65A4BB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8929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9623"/>
          <a:stretch/>
        </p:blipFill>
        <p:spPr bwMode="auto">
          <a:xfrm>
            <a:off x="562598" y="365348"/>
            <a:ext cx="808292" cy="75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C3E41BDB-8304-4737-4DBB-1D53FE3A6A07}"/>
              </a:ext>
            </a:extLst>
          </p:cNvPr>
          <p:cNvSpPr txBox="1"/>
          <p:nvPr/>
        </p:nvSpPr>
        <p:spPr>
          <a:xfrm>
            <a:off x="782886" y="1090486"/>
            <a:ext cx="17256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300" b="1" dirty="0"/>
              <a:t>R.D N° 321-2025 - CAC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CC83CCE5-0760-FCA4-6B75-08CAE27748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4" y="152787"/>
            <a:ext cx="1329171" cy="1329171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0338C6F-31F6-8BB3-8CB7-A16C340500E7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4802"/>
          <a:stretch/>
        </p:blipFill>
        <p:spPr>
          <a:xfrm>
            <a:off x="1497313" y="3964120"/>
            <a:ext cx="408860" cy="285334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1490295" y="4448980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E4DB7B2-85EA-CEF4-43B7-5587B85CF4C9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7171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200071</TotalTime>
  <Words>233</Words>
  <Application>Microsoft Office PowerPoint</Application>
  <PresentationFormat>A4 (210 x 297 mm)</PresentationFormat>
  <Paragraphs>47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5" baseType="lpstr">
      <vt:lpstr>Algerian</vt:lpstr>
      <vt:lpstr>Arial</vt:lpstr>
      <vt:lpstr>Arial Black</vt:lpstr>
      <vt:lpstr>Arial Rounded MT Bold</vt:lpstr>
      <vt:lpstr>Bernard MT Condensed</vt:lpstr>
      <vt:lpstr>Bodoni Bd BT</vt:lpstr>
      <vt:lpstr>Britannic Bold</vt:lpstr>
      <vt:lpstr>Calibri</vt:lpstr>
      <vt:lpstr>Calibri Light</vt:lpstr>
      <vt:lpstr>Century Gothic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606</cp:revision>
  <cp:lastPrinted>2026-01-10T00:10:26Z</cp:lastPrinted>
  <dcterms:created xsi:type="dcterms:W3CDTF">2021-04-21T14:50:50Z</dcterms:created>
  <dcterms:modified xsi:type="dcterms:W3CDTF">2026-03-05T19:07:46Z</dcterms:modified>
</cp:coreProperties>
</file>