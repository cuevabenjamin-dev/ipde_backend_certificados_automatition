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2/02/2026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305575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544202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1A67D06-10F2-D0B5-2DE1-F3049EF0F799}"/>
              </a:ext>
            </a:extLst>
          </p:cNvPr>
          <p:cNvSpPr txBox="1"/>
          <p:nvPr/>
        </p:nvSpPr>
        <p:spPr>
          <a:xfrm>
            <a:off x="-77961" y="1955637"/>
            <a:ext cx="10061922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ACTUALIZACIÓN en 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</a:t>
            </a:r>
            <a:r>
              <a:rPr lang="es-ES" sz="2800" dirty="0">
                <a:latin typeface="Britannic Bold" panose="020B0903060703020204" pitchFamily="34" charset="0"/>
              </a:rPr>
              <a:t>{{TEMA_DIPLOMADO}}</a:t>
            </a:r>
            <a:r>
              <a:rPr lang="es-PE" sz="2800" dirty="0">
                <a:latin typeface="Britannic Bold" panose="020B0903060703020204" pitchFamily="34" charset="0"/>
              </a:rPr>
              <a:t>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922BB6B-FC6C-B93A-97FB-548A5CAE37FC}"/>
              </a:ext>
            </a:extLst>
          </p:cNvPr>
          <p:cNvSpPr txBox="1"/>
          <p:nvPr/>
        </p:nvSpPr>
        <p:spPr>
          <a:xfrm>
            <a:off x="5888340" y="4292258"/>
            <a:ext cx="362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PE" b="1" dirty="0"/>
              <a:t>Trujillo, {{FECHA_EMISION_LARGA}}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7269"/>
              </p:ext>
            </p:extLst>
          </p:nvPr>
        </p:nvGraphicFramePr>
        <p:xfrm>
          <a:off x="242508" y="24672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A23FF2C-CCB1-4E12-6246-321FF9E9AE06}"/>
              </a:ext>
            </a:extLst>
          </p:cNvPr>
          <p:cNvSpPr/>
          <p:nvPr/>
        </p:nvSpPr>
        <p:spPr>
          <a:xfrm>
            <a:off x="717736" y="5737281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525168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</a:t>
                      </a:r>
                      <a:endParaRPr lang="en-US" sz="11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II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III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 IV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50" b="0" dirty="0"/>
                        <a:t>MÓDULO</a:t>
                      </a:r>
                      <a:r>
                        <a:rPr lang="es-PE" sz="1150" b="0" baseline="0" dirty="0"/>
                        <a:t> V</a:t>
                      </a:r>
                      <a:endParaRPr lang="en-US" sz="11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964120"/>
            <a:ext cx="408860" cy="285334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1291307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230</Words>
  <Application>Microsoft Office PowerPoint</Application>
  <PresentationFormat>A4 (210 x 297 mm)</PresentationFormat>
  <Paragraphs>45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607</cp:revision>
  <cp:lastPrinted>2026-01-10T00:10:26Z</cp:lastPrinted>
  <dcterms:created xsi:type="dcterms:W3CDTF">2021-04-21T14:50:50Z</dcterms:created>
  <dcterms:modified xsi:type="dcterms:W3CDTF">2026-02-02T08:06:07Z</dcterms:modified>
</cp:coreProperties>
</file>