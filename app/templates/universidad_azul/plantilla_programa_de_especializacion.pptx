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90" r:id="rId2"/>
    <p:sldId id="291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>
        <p:scale>
          <a:sx n="100" d="100"/>
          <a:sy n="100" d="100"/>
        </p:scale>
        <p:origin x="1627" y="-1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microsoft.com/office/2007/relationships/hdphoto" Target="../media/hdphoto1.wdp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ifo"/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>
            <a:fillRect/>
          </a:stretch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/>
          <p:cNvSpPr txBox="1"/>
          <p:nvPr/>
        </p:nvSpPr>
        <p:spPr>
          <a:xfrm>
            <a:off x="474329" y="3082550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b="1" dirty="0">
                <a:latin typeface="Arial" pitchFamily="34" charset="0"/>
                <a:cs typeface="Arial" pitchFamily="34" charset="0"/>
              </a:rPr>
              <a:t>UNIVERSIDAD NACIONAL DE TRUJILLO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itchFamily="34" charset="0"/>
                <a:cs typeface="Arial" pitchFamily="34" charset="0"/>
              </a:rPr>
              <a:t>Unidad de Posgrado – Ciencias Sociales</a:t>
            </a:r>
            <a:endParaRPr lang="en-US" sz="1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MX" sz="1050" b="1" dirty="0">
                <a:latin typeface="Arial" pitchFamily="34" charset="0"/>
                <a:cs typeface="Arial" pitchFamily="34" charset="0"/>
              </a:rPr>
              <a:t>RESOLUCIÓN N°0001-A-2022 - DUPG/CC.SS.</a:t>
            </a:r>
            <a:endParaRPr lang="es-PE" sz="11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1626880" y="8986732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itchFamily="34" charset="0"/>
                <a:ea typeface="Cambria Math" panose="02040503050406030204" pitchFamily="18" charset="0"/>
                <a:cs typeface="Arial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itchFamily="34" charset="0"/>
                <a:ea typeface="Cambria Math" panose="02040503050406030204" pitchFamily="18" charset="0"/>
                <a:cs typeface="Arial" pitchFamily="34" charset="0"/>
              </a:rPr>
              <a:t>UNID. POSGRADO CC.SS.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619580" y="1420390"/>
            <a:ext cx="5618840" cy="156966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Programa de</a:t>
            </a:r>
          </a:p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Especialización</a:t>
            </a:r>
          </a:p>
        </p:txBody>
      </p:sp>
      <p:sp>
        <p:nvSpPr>
          <p:cNvPr id="3" name="Rectángulo 2"/>
          <p:cNvSpPr/>
          <p:nvPr/>
        </p:nvSpPr>
        <p:spPr>
          <a:xfrm>
            <a:off x="2809279" y="2837298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itchFamily="34" charset="0"/>
              <a:ea typeface="Calibri" panose="020F0502020204030204" pitchFamily="34" charset="0"/>
              <a:cs typeface="Arial" pitchFamily="34" charset="0"/>
            </a:endParaRPr>
          </a:p>
        </p:txBody>
      </p:sp>
      <p:sp>
        <p:nvSpPr>
          <p:cNvPr id="19" name="Rectangle 60"/>
          <p:cNvSpPr/>
          <p:nvPr/>
        </p:nvSpPr>
        <p:spPr>
          <a:xfrm>
            <a:off x="477169" y="4290909"/>
            <a:ext cx="5903662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PROGRAMA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ESPECIALIZACIÓN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N°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Programa de Especialización para que se le reconozca como tal.</a:t>
            </a:r>
          </a:p>
        </p:txBody>
      </p:sp>
      <p:sp>
        <p:nvSpPr>
          <p:cNvPr id="7" name="Rectángulo 6"/>
          <p:cNvSpPr/>
          <p:nvPr/>
        </p:nvSpPr>
        <p:spPr>
          <a:xfrm>
            <a:off x="3339591" y="7789439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</a:t>
            </a:r>
            <a:r>
              <a:rPr lang="es-ES" sz="13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/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422" y="6958535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5BB1BF5-8662-0033-FAA8-B89970F482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70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>
            <a:fillRect/>
          </a:stretch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pic>
        <p:nvPicPr>
          <p:cNvPr id="14" name="Grifo"/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sp>
        <p:nvSpPr>
          <p:cNvPr id="19" name="CuadroTexto 18"/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b="1" dirty="0">
                <a:latin typeface="Arial" pitchFamily="34" charset="0"/>
                <a:cs typeface="Arial" pitchFamily="34" charset="0"/>
              </a:rPr>
              <a:t>UNIVERSIDAD NACIONAL DE TRUJILLO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itchFamily="34" charset="0"/>
                <a:cs typeface="Arial" pitchFamily="34" charset="0"/>
              </a:rPr>
              <a:t>Unidad de Posgrado – Ciencias Sociales</a:t>
            </a:r>
            <a:endParaRPr lang="en-US" sz="1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MX" sz="1050" b="1" dirty="0">
                <a:latin typeface="Arial" pitchFamily="34" charset="0"/>
                <a:cs typeface="Arial" pitchFamily="34" charset="0"/>
              </a:rPr>
              <a:t>RESOLUCIÓN N°0001-A-2022 - DUPG/CC.SS.</a:t>
            </a:r>
            <a:endParaRPr lang="es-PE" sz="11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0" name="Imagen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>
            <a:fillRect/>
          </a:stretch>
        </p:blipFill>
        <p:spPr>
          <a:xfrm>
            <a:off x="1785990" y="302475"/>
            <a:ext cx="3271785" cy="1037653"/>
          </a:xfrm>
          <a:prstGeom prst="rect">
            <a:avLst/>
          </a:prstGeom>
        </p:spPr>
      </p:pic>
      <p:graphicFrame>
        <p:nvGraphicFramePr>
          <p:cNvPr id="12" name="Tabla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64362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6" name="Imagen 1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sp>
        <p:nvSpPr>
          <p:cNvPr id="18" name="CuadroTexto 17"/>
          <p:cNvSpPr txBox="1"/>
          <p:nvPr/>
        </p:nvSpPr>
        <p:spPr>
          <a:xfrm>
            <a:off x="625786" y="2311617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PROGRAMA DE ESPECIALIZACIÓN: </a:t>
            </a:r>
            <a:r>
              <a:rPr lang="es-PE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64709F5-46FC-6829-C5AD-D71DB8A7509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24" name="Tabla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812688"/>
              </p:ext>
            </p:extLst>
          </p:nvPr>
        </p:nvGraphicFramePr>
        <p:xfrm>
          <a:off x="745017" y="3319125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{{MODULO_4}}</a:t>
                      </a:r>
                      <a:endParaRPr lang="es-ES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{{MODULO_5}}</a:t>
                      </a:r>
                      <a:endParaRPr lang="es-ES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{{MODULO_6}}</a:t>
                      </a:r>
                      <a:endParaRPr lang="es-ES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85230"/>
                  </a:ext>
                </a:extLst>
              </a:tr>
              <a:tr h="28448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1263625"/>
                  </a:ext>
                </a:extLst>
              </a:tr>
              <a:tr h="28448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471729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3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31429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0832657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86318</TotalTime>
  <Words>315</Words>
  <Application>Microsoft Office PowerPoint</Application>
  <PresentationFormat>A4 (210 x 297 mm)</PresentationFormat>
  <Paragraphs>63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1218</cp:revision>
  <cp:lastPrinted>2026-01-08T17:39:28Z</cp:lastPrinted>
  <dcterms:created xsi:type="dcterms:W3CDTF">2018-11-06T14:43:46Z</dcterms:created>
  <dcterms:modified xsi:type="dcterms:W3CDTF">2026-02-02T06:44:55Z</dcterms:modified>
</cp:coreProperties>
</file>