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90" r:id="rId2"/>
    <p:sldId id="291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DD9C94-355C-4CB0-BA32-5215F3FB7B8B}" v="3" dt="2026-02-27T23:42:41.3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8:29:41.874" v="126" actId="1035"/>
      <pc:docMkLst>
        <pc:docMk/>
      </pc:docMkLst>
      <pc:sldChg chg="modSp mod">
        <pc:chgData name="Benjamín de Jesús Cueva Niño de Guzmán" userId="56da303013910523" providerId="LiveId" clId="{532B7A48-8887-4F62-9537-0BA1FAE83637}" dt="2026-03-05T18:29:41.874" v="126" actId="1035"/>
        <pc:sldMkLst>
          <pc:docMk/>
          <pc:sldMk cId="52070105" sldId="290"/>
        </pc:sldMkLst>
        <pc:spChg chg="mod">
          <ac:chgData name="Benjamín de Jesús Cueva Niño de Guzmán" userId="56da303013910523" providerId="LiveId" clId="{532B7A48-8887-4F62-9537-0BA1FAE83637}" dt="2026-02-27T23:58:37.216" v="117" actId="1035"/>
          <ac:spMkLst>
            <pc:docMk/>
            <pc:sldMk cId="52070105" sldId="290"/>
            <ac:spMk id="2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6-03-04T23:09:55.249" v="121" actId="1036"/>
          <ac:spMkLst>
            <pc:docMk/>
            <pc:sldMk cId="52070105" sldId="290"/>
            <ac:spMk id="3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6-03-05T18:29:41.874" v="126" actId="1035"/>
          <ac:spMkLst>
            <pc:docMk/>
            <pc:sldMk cId="52070105" sldId="290"/>
            <ac:spMk id="19" creationId="{00000000-0000-0000-0000-000000000000}"/>
          </ac:spMkLst>
        </pc:spChg>
      </pc:sldChg>
      <pc:sldChg chg="modSp mod">
        <pc:chgData name="Benjamín de Jesús Cueva Niño de Guzmán" userId="56da303013910523" providerId="LiveId" clId="{532B7A48-8887-4F62-9537-0BA1FAE83637}" dt="2026-02-27T23:40:52.276" v="107" actId="962"/>
        <pc:sldMkLst>
          <pc:docMk/>
          <pc:sldMk cId="3083265798" sldId="291"/>
        </pc:sldMkLst>
        <pc:spChg chg="mod">
          <ac:chgData name="Benjamín de Jesús Cueva Niño de Guzmán" userId="56da303013910523" providerId="LiveId" clId="{532B7A48-8887-4F62-9537-0BA1FAE83637}" dt="2026-02-27T23:40:52.276" v="107" actId="962"/>
          <ac:spMkLst>
            <pc:docMk/>
            <pc:sldMk cId="3083265798" sldId="291"/>
            <ac:spMk id="18" creationId="{00000000-0000-0000-0000-000000000000}"/>
          </ac:spMkLst>
        </pc:spChg>
        <pc:graphicFrameChg chg="mod modGraphic">
          <ac:chgData name="Benjamín de Jesús Cueva Niño de Guzmán" userId="56da303013910523" providerId="LiveId" clId="{532B7A48-8887-4F62-9537-0BA1FAE83637}" dt="2026-02-27T23:40:43.973" v="106" actId="962"/>
          <ac:graphicFrameMkLst>
            <pc:docMk/>
            <pc:sldMk cId="3083265798" sldId="291"/>
            <ac:graphicFrameMk id="24" creationId="{00000000-0000-0000-0000-000000000000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microsoft.com/office/2007/relationships/hdphoto" Target="../media/hdphoto1.wdp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ifo"/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/>
          <p:cNvSpPr txBox="1"/>
          <p:nvPr/>
        </p:nvSpPr>
        <p:spPr>
          <a:xfrm>
            <a:off x="474329" y="3042209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1626880" y="8986732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UNID. POSGRADO CC.SS.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619580" y="1420390"/>
            <a:ext cx="5618840" cy="156966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Programa de</a:t>
            </a:r>
          </a:p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Especialización</a:t>
            </a:r>
          </a:p>
        </p:txBody>
      </p:sp>
      <p:sp>
        <p:nvSpPr>
          <p:cNvPr id="3" name="Rectángulo 2"/>
          <p:cNvSpPr/>
          <p:nvPr/>
        </p:nvSpPr>
        <p:spPr>
          <a:xfrm>
            <a:off x="2809279" y="2837298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itchFamily="34" charset="0"/>
              <a:ea typeface="Calibri" panose="020F0502020204030204" pitchFamily="34" charset="0"/>
              <a:cs typeface="Arial" pitchFamily="34" charset="0"/>
            </a:endParaRPr>
          </a:p>
        </p:txBody>
      </p:sp>
      <p:sp>
        <p:nvSpPr>
          <p:cNvPr id="19" name="PH_CONTENIDO_PRINCIPAL"/>
          <p:cNvSpPr/>
          <p:nvPr/>
        </p:nvSpPr>
        <p:spPr>
          <a:xfrm>
            <a:off x="419400" y="3941287"/>
            <a:ext cx="6019200" cy="224676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PROGRAMA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ESPECIALIZACIÓN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Programa de Especialización para que se le reconozca como tal.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3339591" y="7789439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</a:t>
            </a:r>
            <a:r>
              <a:rPr lang="es-ES" sz="13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/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422" y="6958535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5BB1BF5-8662-0033-FAA8-B89970F482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70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pic>
        <p:nvPicPr>
          <p:cNvPr id="14" name="Grifo"/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sp>
        <p:nvSpPr>
          <p:cNvPr id="19" name="CuadroTexto 18"/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>
            <a:fillRect/>
          </a:stretch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graphicFrame>
        <p:nvGraphicFramePr>
          <p:cNvPr id="12" name="Tab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64362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6" name="Imagen 1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sp>
        <p:nvSpPr>
          <p:cNvPr id="18" name="PH_TEMA"/>
          <p:cNvSpPr txBox="1"/>
          <p:nvPr/>
        </p:nvSpPr>
        <p:spPr>
          <a:xfrm>
            <a:off x="625786" y="2311617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PROGRAMA DE ESPECIALIZACIÓN: </a:t>
            </a:r>
            <a:r>
              <a:rPr lang="es-PE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4709F5-46FC-6829-C5AD-D71DB8A7509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24" name="PH_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756245"/>
              </p:ext>
            </p:extLst>
          </p:nvPr>
        </p:nvGraphicFramePr>
        <p:xfrm>
          <a:off x="745017" y="3103973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5230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1263625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471729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1429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0832657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86322</TotalTime>
  <Words>315</Words>
  <Application>Microsoft Office PowerPoint</Application>
  <PresentationFormat>A4 (210 x 297 mm)</PresentationFormat>
  <Paragraphs>63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1218</cp:revision>
  <cp:lastPrinted>2026-01-08T17:39:28Z</cp:lastPrinted>
  <dcterms:created xsi:type="dcterms:W3CDTF">2018-11-06T14:43:46Z</dcterms:created>
  <dcterms:modified xsi:type="dcterms:W3CDTF">2026-03-05T18:29:46Z</dcterms:modified>
</cp:coreProperties>
</file>