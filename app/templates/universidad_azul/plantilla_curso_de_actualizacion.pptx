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392" r:id="rId2"/>
    <p:sldId id="393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6E4F48-0CE8-489A-A250-556263B439E0}" v="4" dt="2026-03-04T23:13:15.3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56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5T18:30:34.239" v="90" actId="1035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30:34.239" v="90" actId="1035"/>
        <pc:sldMkLst>
          <pc:docMk/>
          <pc:sldMk cId="1975654795" sldId="392"/>
        </pc:sldMkLst>
        <pc:spChg chg="mod">
          <ac:chgData name="Benjamín de Jesús Cueva Niño de Guzmán" userId="56da303013910523" providerId="LiveId" clId="{532B7A48-8887-4F62-9537-0BA1FAE83637}" dt="2026-03-02T01:52:26.356" v="59" actId="1036"/>
          <ac:spMkLst>
            <pc:docMk/>
            <pc:sldMk cId="1975654795" sldId="392"/>
            <ac:spMk id="2" creationId="{8999ECBF-332A-795D-7E69-2FB7C2F9E294}"/>
          </ac:spMkLst>
        </pc:spChg>
        <pc:spChg chg="mod">
          <ac:chgData name="Benjamín de Jesús Cueva Niño de Guzmán" userId="56da303013910523" providerId="LiveId" clId="{532B7A48-8887-4F62-9537-0BA1FAE83637}" dt="2026-03-02T01:48:23.405" v="23" actId="1035"/>
          <ac:spMkLst>
            <pc:docMk/>
            <pc:sldMk cId="1975654795" sldId="392"/>
            <ac:spMk id="3" creationId="{8DC1C730-CF27-EE49-4929-25151E2F6190}"/>
          </ac:spMkLst>
        </pc:spChg>
        <pc:spChg chg="del mod">
          <ac:chgData name="Benjamín de Jesús Cueva Niño de Guzmán" userId="56da303013910523" providerId="LiveId" clId="{532B7A48-8887-4F62-9537-0BA1FAE83637}" dt="2026-03-04T23:13:12.619" v="81" actId="478"/>
          <ac:spMkLst>
            <pc:docMk/>
            <pc:sldMk cId="1975654795" sldId="392"/>
            <ac:spMk id="7" creationId="{6181BA67-E1F2-0033-0081-C78685C4EFFB}"/>
          </ac:spMkLst>
        </pc:spChg>
        <pc:spChg chg="add mod">
          <ac:chgData name="Benjamín de Jesús Cueva Niño de Guzmán" userId="56da303013910523" providerId="LiveId" clId="{532B7A48-8887-4F62-9537-0BA1FAE83637}" dt="2026-03-04T23:13:15.306" v="82"/>
          <ac:spMkLst>
            <pc:docMk/>
            <pc:sldMk cId="1975654795" sldId="392"/>
            <ac:spMk id="9" creationId="{80E65617-121B-BCF9-4568-AC63FC218769}"/>
          </ac:spMkLst>
        </pc:spChg>
        <pc:spChg chg="mod">
          <ac:chgData name="Benjamín de Jesús Cueva Niño de Guzmán" userId="56da303013910523" providerId="LiveId" clId="{532B7A48-8887-4F62-9537-0BA1FAE83637}" dt="2026-03-05T18:30:34.239" v="90" actId="1035"/>
          <ac:spMkLst>
            <pc:docMk/>
            <pc:sldMk cId="1975654795" sldId="392"/>
            <ac:spMk id="19" creationId="{C0D9FAA0-08E8-BE91-7635-49B14F81758C}"/>
          </ac:spMkLst>
        </pc:spChg>
        <pc:picChg chg="del mod">
          <ac:chgData name="Benjamín de Jesús Cueva Niño de Guzmán" userId="56da303013910523" providerId="LiveId" clId="{532B7A48-8887-4F62-9537-0BA1FAE83637}" dt="2026-03-04T23:13:12.619" v="81" actId="478"/>
          <ac:picMkLst>
            <pc:docMk/>
            <pc:sldMk cId="1975654795" sldId="392"/>
            <ac:picMk id="4" creationId="{8AFE8DB8-BB3D-9C4F-317A-D420ABEEF7CD}"/>
          </ac:picMkLst>
        </pc:picChg>
        <pc:picChg chg="add mod">
          <ac:chgData name="Benjamín de Jesús Cueva Niño de Guzmán" userId="56da303013910523" providerId="LiveId" clId="{532B7A48-8887-4F62-9537-0BA1FAE83637}" dt="2026-03-04T23:13:15.306" v="82"/>
          <ac:picMkLst>
            <pc:docMk/>
            <pc:sldMk cId="1975654795" sldId="392"/>
            <ac:picMk id="11" creationId="{1C1ED4F4-4862-E0E8-EE99-A5331884F25E}"/>
          </ac:picMkLst>
        </pc:picChg>
        <pc:picChg chg="mod">
          <ac:chgData name="Benjamín de Jesús Cueva Niño de Guzmán" userId="56da303013910523" providerId="LiveId" clId="{532B7A48-8887-4F62-9537-0BA1FAE83637}" dt="2026-03-02T01:51:47.961" v="40" actId="12789"/>
          <ac:picMkLst>
            <pc:docMk/>
            <pc:sldMk cId="1975654795" sldId="392"/>
            <ac:picMk id="14" creationId="{870B36F8-C849-4FDA-A3AC-A712441709CA}"/>
          </ac:picMkLst>
        </pc:picChg>
      </pc:sldChg>
      <pc:sldChg chg="modSp mod">
        <pc:chgData name="Benjamín de Jesús Cueva Niño de Guzmán" userId="56da303013910523" providerId="LiveId" clId="{532B7A48-8887-4F62-9537-0BA1FAE83637}" dt="2026-03-02T01:52:50.383" v="78" actId="255"/>
        <pc:sldMkLst>
          <pc:docMk/>
          <pc:sldMk cId="2298071669" sldId="393"/>
        </pc:sldMkLst>
        <pc:spChg chg="mod">
          <ac:chgData name="Benjamín de Jesús Cueva Niño de Guzmán" userId="56da303013910523" providerId="LiveId" clId="{532B7A48-8887-4F62-9537-0BA1FAE83637}" dt="2026-03-02T01:52:40.164" v="76" actId="962"/>
          <ac:spMkLst>
            <pc:docMk/>
            <pc:sldMk cId="2298071669" sldId="393"/>
            <ac:spMk id="10" creationId="{D44B2567-D1AD-5922-21FA-C8B8BF799204}"/>
          </ac:spMkLst>
        </pc:spChg>
        <pc:graphicFrameChg chg="mod modGraphic">
          <ac:chgData name="Benjamín de Jesús Cueva Niño de Guzmán" userId="56da303013910523" providerId="LiveId" clId="{532B7A48-8887-4F62-9537-0BA1FAE83637}" dt="2026-03-02T01:52:50.383" v="78" actId="255"/>
          <ac:graphicFrameMkLst>
            <pc:docMk/>
            <pc:sldMk cId="2298071669" sldId="393"/>
            <ac:graphicFrameMk id="14" creationId="{727B0309-C2F5-4DEB-3AF8-D7FD142D7B92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1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466346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Certificado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1836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19400" y="3374449"/>
            <a:ext cx="6019200" cy="206210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CURSO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ACTUALIZACIÓN 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</a:t>
            </a:r>
            <a:r>
              <a:rPr lang="es-ES" sz="14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para que se le reconozca como tal.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1C3BA31-A8C9-BB41-350C-E7EC399DFB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80E65617-121B-BCF9-4568-AC63FC218769}"/>
              </a:ext>
            </a:extLst>
          </p:cNvPr>
          <p:cNvSpPr/>
          <p:nvPr/>
        </p:nvSpPr>
        <p:spPr>
          <a:xfrm>
            <a:off x="3339591" y="7789439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</a:t>
            </a:r>
            <a:r>
              <a:rPr lang="es-ES" sz="1300" dirty="0">
                <a:solidFill>
                  <a:srgbClr val="000000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{{FECHA_EMISION_LARGA}}</a:t>
            </a:r>
            <a:endParaRPr lang="en-US" sz="13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C1ED4F4-4862-E0E8-EE99-A5331884F25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422" y="6958535"/>
            <a:ext cx="830904" cy="830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654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PH_TEMA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CURSO DE ACTUALIZACIÓN: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93108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08004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754FFC44-50D1-4C34-6FF5-0A18D4F1858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14" name="PH_TABLA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9866648"/>
              </p:ext>
            </p:extLst>
          </p:nvPr>
        </p:nvGraphicFramePr>
        <p:xfrm>
          <a:off x="745017" y="3114813"/>
          <a:ext cx="5367967" cy="394179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  <a:endParaRPr lang="es-PE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30970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2298071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86337</TotalTime>
  <Words>276</Words>
  <Application>Microsoft Office PowerPoint</Application>
  <PresentationFormat>A4 (210 x 297 mm)</PresentationFormat>
  <Paragraphs>53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1223</cp:revision>
  <cp:lastPrinted>2026-01-08T17:39:28Z</cp:lastPrinted>
  <dcterms:created xsi:type="dcterms:W3CDTF">2018-11-06T14:43:46Z</dcterms:created>
  <dcterms:modified xsi:type="dcterms:W3CDTF">2026-03-05T18:30:35Z</dcterms:modified>
</cp:coreProperties>
</file>