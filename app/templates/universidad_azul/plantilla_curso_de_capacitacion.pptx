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392" r:id="rId2"/>
    <p:sldId id="393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364" autoAdjust="0"/>
  </p:normalViewPr>
  <p:slideViewPr>
    <p:cSldViewPr snapToGrid="0">
      <p:cViewPr varScale="1">
        <p:scale>
          <a:sx n="57" d="100"/>
          <a:sy n="57" d="100"/>
        </p:scale>
        <p:origin x="25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9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9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2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0" tIns="45431" rIns="90860" bIns="45431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7" y="4786034"/>
            <a:ext cx="5486835" cy="3917304"/>
          </a:xfrm>
          <a:prstGeom prst="rect">
            <a:avLst/>
          </a:prstGeom>
        </p:spPr>
        <p:txBody>
          <a:bodyPr vert="horz" lIns="90860" tIns="45431" rIns="90860" bIns="45431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6F97-8AA4-C048-5AB0-A9886473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fo">
            <a:extLst>
              <a:ext uri="{FF2B5EF4-FFF2-40B4-BE49-F238E27FC236}">
                <a16:creationId xmlns:a16="http://schemas.microsoft.com/office/drawing/2014/main" id="{6A27773A-14F1-8F70-059F-80FE08044C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70B36F8-C849-4FDA-A3AC-A712441709C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999ECBF-332A-795D-7E69-2FB7C2F9E294}"/>
              </a:ext>
            </a:extLst>
          </p:cNvPr>
          <p:cNvSpPr txBox="1"/>
          <p:nvPr/>
        </p:nvSpPr>
        <p:spPr>
          <a:xfrm>
            <a:off x="474329" y="2547371"/>
            <a:ext cx="5909343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E9B8C3-E8C8-CFDB-DD4B-6C745A9CEF76}"/>
              </a:ext>
            </a:extLst>
          </p:cNvPr>
          <p:cNvSpPr txBox="1"/>
          <p:nvPr/>
        </p:nvSpPr>
        <p:spPr>
          <a:xfrm>
            <a:off x="1119597" y="573001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29CC2A-6DFD-9888-91EA-DDF1E3ED25AC}"/>
              </a:ext>
            </a:extLst>
          </p:cNvPr>
          <p:cNvSpPr txBox="1"/>
          <p:nvPr/>
        </p:nvSpPr>
        <p:spPr>
          <a:xfrm>
            <a:off x="1656523" y="9000179"/>
            <a:ext cx="36042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DR. LUIS ENRIQUE CORONADO TELLO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DIRECTOR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UNID. POSGRADO CC.SS.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3DAD84E-7B59-F666-90BC-8B34ECD78EBC}"/>
              </a:ext>
            </a:extLst>
          </p:cNvPr>
          <p:cNvSpPr/>
          <p:nvPr/>
        </p:nvSpPr>
        <p:spPr>
          <a:xfrm>
            <a:off x="619580" y="1545257"/>
            <a:ext cx="5618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800" dirty="0">
                <a:latin typeface="Old English Text MT" panose="03040902040508030806" pitchFamily="66" charset="0"/>
              </a:rPr>
              <a:t>Certificado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DC1C730-CF27-EE49-4929-25151E2F6190}"/>
              </a:ext>
            </a:extLst>
          </p:cNvPr>
          <p:cNvSpPr/>
          <p:nvPr/>
        </p:nvSpPr>
        <p:spPr>
          <a:xfrm>
            <a:off x="2809279" y="2287819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60">
            <a:extLst>
              <a:ext uri="{FF2B5EF4-FFF2-40B4-BE49-F238E27FC236}">
                <a16:creationId xmlns:a16="http://schemas.microsoft.com/office/drawing/2014/main" id="{C0D9FAA0-08E8-BE91-7635-49B14F81758C}"/>
              </a:ext>
            </a:extLst>
          </p:cNvPr>
          <p:cNvSpPr/>
          <p:nvPr/>
        </p:nvSpPr>
        <p:spPr>
          <a:xfrm>
            <a:off x="477169" y="3273785"/>
            <a:ext cx="5903662" cy="29671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CURSO 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CAPACITACIÓN en:</a:t>
            </a:r>
          </a:p>
          <a:p>
            <a:pPr algn="ctr">
              <a:spcBef>
                <a:spcPts val="600"/>
              </a:spcBef>
            </a:pPr>
            <a:r>
              <a:rPr lang="es-PE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</a:t>
            </a:r>
            <a:r>
              <a:rPr lang="es-MX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{{TEMA_DIPLOMADO}}</a:t>
            </a:r>
            <a:r>
              <a:rPr lang="es-PE" sz="30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desde el {{FECHA_INICIO}} hasta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{{FECHA_FIN}}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Resolución </a:t>
            </a:r>
            <a:r>
              <a:rPr lang="es-ES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0001-A-2022-DUPG/CC.SS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{{HORAS_ACADEMICAS}} horas académicas y {{CREDITOS_ACADEMICOS}} créditos académicos.</a:t>
            </a:r>
            <a:endParaRPr lang="es-PE" sz="1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Certificado para que se le reconozca como tal.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181BA67-E1F2-0033-0081-C78685C4EFFB}"/>
              </a:ext>
            </a:extLst>
          </p:cNvPr>
          <p:cNvSpPr/>
          <p:nvPr/>
        </p:nvSpPr>
        <p:spPr>
          <a:xfrm>
            <a:off x="3249609" y="7594756"/>
            <a:ext cx="3176336" cy="303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3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{{FECHA_EMISION_LARGA}}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2BAC0BA-6DEF-E8B2-0599-9DAE3B94E3B4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08EF6E7-939C-942D-2427-C4AB8AA9CE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49" y="493030"/>
            <a:ext cx="944439" cy="94443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AFE8DB8-BB3D-9C4F-317A-D420ABEEF7C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662" y="6707973"/>
            <a:ext cx="830904" cy="830904"/>
          </a:xfrm>
          <a:prstGeom prst="rect">
            <a:avLst/>
          </a:prstGeom>
        </p:spPr>
      </p:pic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B1C3BA31-A8C9-BB41-350C-E7EC399DFB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35" y="7803847"/>
            <a:ext cx="2813850" cy="121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5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6C1B-6B19-6A03-3941-FFCD0283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A31EE33C-C2BD-2E42-1AD7-EE358415BD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E39FEEC-B130-7A8B-9537-028B123BD7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44B2567-D1AD-5922-21FA-C8B8BF799204}"/>
              </a:ext>
            </a:extLst>
          </p:cNvPr>
          <p:cNvSpPr txBox="1"/>
          <p:nvPr/>
        </p:nvSpPr>
        <p:spPr>
          <a:xfrm>
            <a:off x="625786" y="2308000"/>
            <a:ext cx="562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CURSO DE CAPACITACIÓN: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endParaRPr lang="es-P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905279B-8A1A-60AD-DBCF-9146CF7AC537}"/>
              </a:ext>
            </a:extLst>
          </p:cNvPr>
          <p:cNvSpPr txBox="1"/>
          <p:nvPr/>
        </p:nvSpPr>
        <p:spPr>
          <a:xfrm>
            <a:off x="763257" y="1272504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C1963C1-8115-CE5F-66E0-1879E056A1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867" y="413581"/>
            <a:ext cx="944439" cy="94443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B7924A-01F7-754B-B32C-EB57782BF6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94" y="408167"/>
            <a:ext cx="944439" cy="94443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658A5203-4F22-326E-03E9-4FE45DC4F3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t="35647" r="1849" b="33893"/>
          <a:stretch/>
        </p:blipFill>
        <p:spPr>
          <a:xfrm>
            <a:off x="1793108" y="302475"/>
            <a:ext cx="3271785" cy="10376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C6BD60-6DC5-02F8-BEE1-065D8B6844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61" y="7811375"/>
            <a:ext cx="830904" cy="830904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87E72C3-3A1E-3D1C-E56C-523B3565B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080043"/>
              </p:ext>
            </p:extLst>
          </p:nvPr>
        </p:nvGraphicFramePr>
        <p:xfrm>
          <a:off x="619904" y="8314295"/>
          <a:ext cx="2286000" cy="1107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367238494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814524112"/>
                    </a:ext>
                  </a:extLst>
                </a:gridCol>
              </a:tblGrid>
              <a:tr h="536550">
                <a:tc>
                  <a:txBody>
                    <a:bodyPr/>
                    <a:lstStyle/>
                    <a:p>
                      <a:r>
                        <a:rPr lang="es-ES" sz="800" b="1" dirty="0"/>
                        <a:t>CÓDIGO: UNT-CCSS/2022 -</a:t>
                      </a:r>
                      <a:r>
                        <a:rPr lang="es-ES" sz="800" b="1" baseline="0" dirty="0"/>
                        <a:t> CC</a:t>
                      </a:r>
                      <a:endParaRPr lang="es-ES" sz="800" b="1" dirty="0"/>
                    </a:p>
                    <a:p>
                      <a:endParaRPr lang="es-ES" sz="700" b="1" dirty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1" dirty="0"/>
                        <a:t>REGISTRO: </a:t>
                      </a:r>
                      <a:r>
                        <a:rPr lang="es-ES" sz="800" b="0" baseline="0" dirty="0"/>
                        <a:t> </a:t>
                      </a:r>
                      <a:r>
                        <a:rPr lang="es-PE" sz="800" b="1" dirty="0"/>
                        <a:t>{{FOLIO_NUMERO}}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3"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4267907"/>
                  </a:ext>
                </a:extLst>
              </a:tr>
              <a:tr h="284426">
                <a:tc>
                  <a:txBody>
                    <a:bodyPr/>
                    <a:lstStyle/>
                    <a:p>
                      <a:r>
                        <a:rPr lang="es-ES" sz="800" b="1" dirty="0"/>
                        <a:t>LIBRO</a:t>
                      </a:r>
                      <a:r>
                        <a:rPr lang="es-ES" sz="800" b="1" baseline="0" dirty="0"/>
                        <a:t>:         01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916323"/>
                  </a:ext>
                </a:extLst>
              </a:tr>
              <a:tr h="259024">
                <a:tc>
                  <a:txBody>
                    <a:bodyPr/>
                    <a:lstStyle/>
                    <a:p>
                      <a:r>
                        <a:rPr lang="es-ES" sz="800" b="1" dirty="0"/>
                        <a:t>FIRMA: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22089"/>
                  </a:ext>
                </a:extLst>
              </a:tr>
            </a:tbl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754FFC44-50D1-4C34-6FF5-0A18D4F1858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22089" t="61284" r="63006" b="12845"/>
          <a:stretch/>
        </p:blipFill>
        <p:spPr>
          <a:xfrm>
            <a:off x="1107418" y="9085095"/>
            <a:ext cx="342861" cy="256725"/>
          </a:xfrm>
          <a:prstGeom prst="rect">
            <a:avLst/>
          </a:prstGeom>
        </p:spPr>
      </p:pic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727B0309-C2F5-4DEB-3AF8-D7FD142D7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201545"/>
              </p:ext>
            </p:extLst>
          </p:nvPr>
        </p:nvGraphicFramePr>
        <p:xfrm>
          <a:off x="745017" y="3342720"/>
          <a:ext cx="5367967" cy="39417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499802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410588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8183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{{MODULO_3}}</a:t>
                      </a:r>
                      <a:endParaRPr lang="es-PE" sz="10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{{MODULO_4}}</a:t>
                      </a:r>
                      <a:endParaRPr lang="es-PE" sz="10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{{MODULO_5}}</a:t>
                      </a:r>
                      <a:endParaRPr lang="es-PE" sz="10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118797912"/>
                  </a:ext>
                </a:extLst>
              </a:tr>
              <a:tr h="335567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18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73FC219E-6E54-02C6-2D68-ED6FE3FBB5EC}"/>
              </a:ext>
            </a:extLst>
          </p:cNvPr>
          <p:cNvSpPr txBox="1"/>
          <p:nvPr/>
        </p:nvSpPr>
        <p:spPr>
          <a:xfrm>
            <a:off x="2905904" y="8264164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22980716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86332</TotalTime>
  <Words>276</Words>
  <Application>Microsoft Office PowerPoint</Application>
  <PresentationFormat>A4 (210 x 297 mm)</PresentationFormat>
  <Paragraphs>53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3" baseType="lpstr">
      <vt:lpstr>Adobe Garamond Pro Bold</vt:lpstr>
      <vt:lpstr>Arial</vt:lpstr>
      <vt:lpstr>Arial Black</vt:lpstr>
      <vt:lpstr>Bahnschrift</vt:lpstr>
      <vt:lpstr>Britannic Bold</vt:lpstr>
      <vt:lpstr>Calibri</vt:lpstr>
      <vt:lpstr>Calibri Light</vt:lpstr>
      <vt:lpstr>Cambria Math</vt:lpstr>
      <vt:lpstr>Old English Text MT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1221</cp:revision>
  <cp:lastPrinted>2026-01-08T17:39:28Z</cp:lastPrinted>
  <dcterms:created xsi:type="dcterms:W3CDTF">2018-11-06T14:43:46Z</dcterms:created>
  <dcterms:modified xsi:type="dcterms:W3CDTF">2026-02-02T08:02:48Z</dcterms:modified>
</cp:coreProperties>
</file>