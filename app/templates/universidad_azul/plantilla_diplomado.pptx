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1" r:id="rId2"/>
    <p:sldId id="272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76DF29-1C64-4DEC-9B79-909CC79311CB}" v="50" dt="2026-01-14T21:30:04.3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364" autoAdjust="0"/>
  </p:normalViewPr>
  <p:slideViewPr>
    <p:cSldViewPr snapToGrid="0">
      <p:cViewPr>
        <p:scale>
          <a:sx n="100" d="100"/>
          <a:sy n="100" d="100"/>
        </p:scale>
        <p:origin x="1627" y="-25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2/2/2026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6F97-8AA4-C048-5AB0-A98864739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ifo">
            <a:extLst>
              <a:ext uri="{FF2B5EF4-FFF2-40B4-BE49-F238E27FC236}">
                <a16:creationId xmlns:a16="http://schemas.microsoft.com/office/drawing/2014/main" id="{6A27773A-14F1-8F70-059F-80FE08044C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619904" y="2645558"/>
            <a:ext cx="5273976" cy="393626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70B36F8-C849-4FDA-A3AC-A712441709CA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8999ECBF-332A-795D-7E69-2FB7C2F9E294}"/>
              </a:ext>
            </a:extLst>
          </p:cNvPr>
          <p:cNvSpPr txBox="1"/>
          <p:nvPr/>
        </p:nvSpPr>
        <p:spPr>
          <a:xfrm>
            <a:off x="474329" y="2547371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6E9B8C3-E8C8-CFDB-DD4B-6C745A9CEF76}"/>
              </a:ext>
            </a:extLst>
          </p:cNvPr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229CC2A-6DFD-9888-91EA-DDF1E3ED25AC}"/>
              </a:ext>
            </a:extLst>
          </p:cNvPr>
          <p:cNvSpPr txBox="1"/>
          <p:nvPr/>
        </p:nvSpPr>
        <p:spPr>
          <a:xfrm>
            <a:off x="1656523" y="9000179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UNID. POSGRADO CC.SS.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3DAD84E-7B59-F666-90BC-8B34ECD78EBC}"/>
              </a:ext>
            </a:extLst>
          </p:cNvPr>
          <p:cNvSpPr/>
          <p:nvPr/>
        </p:nvSpPr>
        <p:spPr>
          <a:xfrm>
            <a:off x="619580" y="1545257"/>
            <a:ext cx="561884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Diplomado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DC1C730-CF27-EE49-4929-25151E2F6190}"/>
              </a:ext>
            </a:extLst>
          </p:cNvPr>
          <p:cNvSpPr/>
          <p:nvPr/>
        </p:nvSpPr>
        <p:spPr>
          <a:xfrm>
            <a:off x="2809279" y="2287819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60">
            <a:extLst>
              <a:ext uri="{FF2B5EF4-FFF2-40B4-BE49-F238E27FC236}">
                <a16:creationId xmlns:a16="http://schemas.microsoft.com/office/drawing/2014/main" id="{C0D9FAA0-08E8-BE91-7635-49B14F81758C}"/>
              </a:ext>
            </a:extLst>
          </p:cNvPr>
          <p:cNvSpPr/>
          <p:nvPr/>
        </p:nvSpPr>
        <p:spPr>
          <a:xfrm>
            <a:off x="477169" y="3333945"/>
            <a:ext cx="5903662" cy="296710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 DIPLOMADO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en:</a:t>
            </a:r>
          </a:p>
          <a:p>
            <a:pPr algn="ctr">
              <a:spcBef>
                <a:spcPts val="600"/>
              </a:spcBef>
            </a:pPr>
            <a:r>
              <a:rPr lang="es-PE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30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{{FECHA_INICIO}} 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hasta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N°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Diplomado para que se le reconozca como tal.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2BAC0BA-6DEF-E8B2-0599-9DAE3B94E3B4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708EF6E7-939C-942D-2427-C4AB8AA9CEF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6181BA67-E1F2-0033-0081-C78685C4EFFB}"/>
              </a:ext>
            </a:extLst>
          </p:cNvPr>
          <p:cNvSpPr/>
          <p:nvPr/>
        </p:nvSpPr>
        <p:spPr>
          <a:xfrm>
            <a:off x="3246807" y="7258027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  <a:endParaRPr lang="en-US" sz="13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8AFE8DB8-BB3D-9C4F-317A-D420ABEEF7C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5860" y="6371244"/>
            <a:ext cx="830904" cy="830904"/>
          </a:xfrm>
          <a:prstGeom prst="rect">
            <a:avLst/>
          </a:prstGeom>
        </p:spPr>
      </p:pic>
      <p:pic>
        <p:nvPicPr>
          <p:cNvPr id="4" name="Imagen 3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60DE8CCB-49A1-55D7-C9BB-F7CB1F5B359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590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6C1B-6B19-6A03-3941-FFCD0283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A31EE33C-C2BD-2E42-1AD7-EE358415BD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619904" y="2645558"/>
            <a:ext cx="5273976" cy="393626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E39FEEC-B130-7A8B-9537-028B123BD7E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44B2567-D1AD-5922-21FA-C8B8BF799204}"/>
              </a:ext>
            </a:extLst>
          </p:cNvPr>
          <p:cNvSpPr txBox="1"/>
          <p:nvPr/>
        </p:nvSpPr>
        <p:spPr>
          <a:xfrm>
            <a:off x="625786" y="2308000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CERTIFICADO DE ESTUDIOS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DIPLOMADO: 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{{TEMA_DIPLOMADO}}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endParaRPr lang="es-PE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905279B-8A1A-60AD-DBCF-9146CF7AC537}"/>
              </a:ext>
            </a:extLst>
          </p:cNvPr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C1963C1-8115-CE5F-66E0-1879E056A1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8B7924A-01F7-754B-B32C-EB57782BF6B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658A5203-4F22-326E-03E9-4FE45DC4F3A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/>
        </p:blipFill>
        <p:spPr>
          <a:xfrm>
            <a:off x="1785990" y="302475"/>
            <a:ext cx="3271785" cy="103765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EC6BD60-6DC5-02F8-BEE1-065D8B6844A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E87E72C3-3A1E-3D1C-E56C-523B3565B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362663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ES" sz="800" b="1" baseline="0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727B0309-C2F5-4DEB-3AF8-D7FD142D7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316434"/>
              </p:ext>
            </p:extLst>
          </p:nvPr>
        </p:nvGraphicFramePr>
        <p:xfrm>
          <a:off x="745017" y="3111497"/>
          <a:ext cx="5367967" cy="467952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499802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/>
                        <a:t>MÓDULO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TEMAS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HORAS ACADÉMICAS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410588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81831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{{MODULO_3}}</a:t>
                      </a:r>
                      <a:endParaRPr lang="es-PE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{{MODULO_4}}</a:t>
                      </a:r>
                      <a:endParaRPr lang="es-PE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{{MODULO_5}}</a:t>
                      </a:r>
                      <a:endParaRPr lang="es-PE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87979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00" dirty="0"/>
                        <a:t>{{MODULO_6}}</a:t>
                      </a:r>
                      <a:endParaRPr lang="es-PE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58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{{MODULO_7}}</a:t>
                      </a:r>
                      <a:endParaRPr lang="es-PE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830620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0072851"/>
                  </a:ext>
                </a:extLst>
              </a:tr>
              <a:tr h="335567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18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2" name="Imagen 1">
            <a:extLst>
              <a:ext uri="{FF2B5EF4-FFF2-40B4-BE49-F238E27FC236}">
                <a16:creationId xmlns:a16="http://schemas.microsoft.com/office/drawing/2014/main" id="{9DBA52C2-93AA-11C2-3024-1B96B460CDC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sp>
        <p:nvSpPr>
          <p:cNvPr id="4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272947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/>
              <a:t>{{QR_CODE}}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69292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86310</TotalTime>
  <Words>307</Words>
  <Application>Microsoft Office PowerPoint</Application>
  <PresentationFormat>A4 (210 x 297 mm)</PresentationFormat>
  <Paragraphs>61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3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Cambria Math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1219</cp:revision>
  <cp:lastPrinted>2026-01-08T17:39:28Z</cp:lastPrinted>
  <dcterms:created xsi:type="dcterms:W3CDTF">2018-11-06T14:43:46Z</dcterms:created>
  <dcterms:modified xsi:type="dcterms:W3CDTF">2026-02-02T06:43:59Z</dcterms:modified>
</cp:coreProperties>
</file>