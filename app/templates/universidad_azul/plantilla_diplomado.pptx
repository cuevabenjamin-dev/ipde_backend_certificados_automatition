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1" r:id="rId2"/>
    <p:sldId id="272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A50A64-F2EE-41C9-82F9-A5599628D266}" v="17" dt="2026-02-27T22:18:25.8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>
        <p:scale>
          <a:sx n="75" d="100"/>
          <a:sy n="75" d="100"/>
        </p:scale>
        <p:origin x="1541" y="-8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2-27T22:28:00.143" v="200" actId="255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2-27T20:31:50.405" v="195" actId="1036"/>
        <pc:sldMkLst>
          <pc:docMk/>
          <pc:sldMk cId="1330590418" sldId="271"/>
        </pc:sldMkLst>
        <pc:spChg chg="mod">
          <ac:chgData name="Benjamín de Jesús Cueva Niño de Guzmán" userId="56da303013910523" providerId="LiveId" clId="{532B7A48-8887-4F62-9537-0BA1FAE83637}" dt="2026-02-27T19:56:56.957" v="19" actId="962"/>
          <ac:spMkLst>
            <pc:docMk/>
            <pc:sldMk cId="1330590418" sldId="271"/>
            <ac:spMk id="2" creationId="{8999ECBF-332A-795D-7E69-2FB7C2F9E294}"/>
          </ac:spMkLst>
        </pc:spChg>
        <pc:spChg chg="mod">
          <ac:chgData name="Benjamín de Jesús Cueva Niño de Guzmán" userId="56da303013910523" providerId="LiveId" clId="{532B7A48-8887-4F62-9537-0BA1FAE83637}" dt="2026-02-27T19:57:07.447" v="20" actId="962"/>
          <ac:spMkLst>
            <pc:docMk/>
            <pc:sldMk cId="1330590418" sldId="271"/>
            <ac:spMk id="3" creationId="{8DC1C730-CF27-EE49-4929-25151E2F6190}"/>
          </ac:spMkLst>
        </pc:spChg>
        <pc:spChg chg="add mod ord">
          <ac:chgData name="Benjamín de Jesús Cueva Niño de Guzmán" userId="56da303013910523" providerId="LiveId" clId="{532B7A48-8887-4F62-9537-0BA1FAE83637}" dt="2026-02-27T20:31:38.784" v="176" actId="167"/>
          <ac:spMkLst>
            <pc:docMk/>
            <pc:sldMk cId="1330590418" sldId="271"/>
            <ac:spMk id="5" creationId="{44C4B248-3952-EF29-6736-FF007574F1A6}"/>
          </ac:spMkLst>
        </pc:spChg>
        <pc:spChg chg="mod">
          <ac:chgData name="Benjamín de Jesús Cueva Niño de Guzmán" userId="56da303013910523" providerId="LiveId" clId="{532B7A48-8887-4F62-9537-0BA1FAE83637}" dt="2026-02-27T20:31:50.405" v="195" actId="1036"/>
          <ac:spMkLst>
            <pc:docMk/>
            <pc:sldMk cId="1330590418" sldId="271"/>
            <ac:spMk id="15" creationId="{6181BA67-E1F2-0033-0081-C78685C4EFFB}"/>
          </ac:spMkLst>
        </pc:spChg>
        <pc:spChg chg="mod">
          <ac:chgData name="Benjamín de Jesús Cueva Niño de Guzmán" userId="56da303013910523" providerId="LiveId" clId="{532B7A48-8887-4F62-9537-0BA1FAE83637}" dt="2026-02-27T20:14:22.949" v="152" actId="20577"/>
          <ac:spMkLst>
            <pc:docMk/>
            <pc:sldMk cId="1330590418" sldId="271"/>
            <ac:spMk id="19" creationId="{C0D9FAA0-08E8-BE91-7635-49B14F81758C}"/>
          </ac:spMkLst>
        </pc:spChg>
        <pc:spChg chg="del">
          <ac:chgData name="Benjamín de Jesús Cueva Niño de Guzmán" userId="56da303013910523" providerId="LiveId" clId="{532B7A48-8887-4F62-9537-0BA1FAE83637}" dt="2026-02-27T19:54:48.427" v="16" actId="478"/>
          <ac:spMkLst>
            <pc:docMk/>
            <pc:sldMk cId="1330590418" sldId="271"/>
            <ac:spMk id="20" creationId="{E2BAC0BA-6DEF-E8B2-0599-9DAE3B94E3B4}"/>
          </ac:spMkLst>
        </pc:spChg>
        <pc:picChg chg="mod">
          <ac:chgData name="Benjamín de Jesús Cueva Niño de Guzmán" userId="56da303013910523" providerId="LiveId" clId="{532B7A48-8887-4F62-9537-0BA1FAE83637}" dt="2026-02-27T19:54:21.101" v="1"/>
          <ac:picMkLst>
            <pc:docMk/>
            <pc:sldMk cId="1330590418" sldId="271"/>
            <ac:picMk id="4" creationId="{60DE8CCB-49A1-55D7-C9BB-F7CB1F5B3594}"/>
          </ac:picMkLst>
        </pc:picChg>
        <pc:picChg chg="mod">
          <ac:chgData name="Benjamín de Jesús Cueva Niño de Guzmán" userId="56da303013910523" providerId="LiveId" clId="{532B7A48-8887-4F62-9537-0BA1FAE83637}" dt="2026-02-27T19:56:28.438" v="17" actId="12788"/>
          <ac:picMkLst>
            <pc:docMk/>
            <pc:sldMk cId="1330590418" sldId="271"/>
            <ac:picMk id="8" creationId="{6A27773A-14F1-8F70-059F-80FE08044C7F}"/>
          </ac:picMkLst>
        </pc:picChg>
        <pc:picChg chg="mod">
          <ac:chgData name="Benjamín de Jesús Cueva Niño de Guzmán" userId="56da303013910523" providerId="LiveId" clId="{532B7A48-8887-4F62-9537-0BA1FAE83637}" dt="2026-02-27T20:31:50.405" v="195" actId="1036"/>
          <ac:picMkLst>
            <pc:docMk/>
            <pc:sldMk cId="1330590418" sldId="271"/>
            <ac:picMk id="16" creationId="{8AFE8DB8-BB3D-9C4F-317A-D420ABEEF7CD}"/>
          </ac:picMkLst>
        </pc:picChg>
      </pc:sldChg>
      <pc:sldChg chg="modSp mod">
        <pc:chgData name="Benjamín de Jesús Cueva Niño de Guzmán" userId="56da303013910523" providerId="LiveId" clId="{532B7A48-8887-4F62-9537-0BA1FAE83637}" dt="2026-02-27T22:28:00.143" v="200" actId="255"/>
        <pc:sldMkLst>
          <pc:docMk/>
          <pc:sldMk cId="186929205" sldId="272"/>
        </pc:sldMkLst>
        <pc:spChg chg="mod">
          <ac:chgData name="Benjamín de Jesús Cueva Niño de Guzmán" userId="56da303013910523" providerId="LiveId" clId="{532B7A48-8887-4F62-9537-0BA1FAE83637}" dt="2026-02-27T22:18:15.006" v="198" actId="962"/>
          <ac:spMkLst>
            <pc:docMk/>
            <pc:sldMk cId="186929205" sldId="272"/>
            <ac:spMk id="10" creationId="{D44B2567-D1AD-5922-21FA-C8B8BF799204}"/>
          </ac:spMkLst>
        </pc:spChg>
        <pc:graphicFrameChg chg="mod modGraphic">
          <ac:chgData name="Benjamín de Jesús Cueva Niño de Guzmán" userId="56da303013910523" providerId="LiveId" clId="{532B7A48-8887-4F62-9537-0BA1FAE83637}" dt="2026-02-27T22:28:00.143" v="200" actId="255"/>
          <ac:graphicFrameMkLst>
            <pc:docMk/>
            <pc:sldMk cId="186929205" sldId="272"/>
            <ac:graphicFrameMk id="14" creationId="{727B0309-C2F5-4DEB-3AF8-D7FD142D7B92}"/>
          </ac:graphicFrameMkLst>
        </pc:graphicFrameChg>
        <pc:picChg chg="mod">
          <ac:chgData name="Benjamín de Jesús Cueva Niño de Guzmán" userId="56da303013910523" providerId="LiveId" clId="{532B7A48-8887-4F62-9537-0BA1FAE83637}" dt="2026-02-27T19:56:39.075" v="18" actId="12788"/>
          <ac:picMkLst>
            <pc:docMk/>
            <pc:sldMk cId="186929205" sldId="272"/>
            <ac:picMk id="18" creationId="{A31EE33C-C2BD-2E42-1AD7-EE358415BDE5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2/27/2026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PH_NOMBRES_APELLIDOS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547371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Diplomado</a:t>
            </a:r>
          </a:p>
        </p:txBody>
      </p:sp>
      <p:sp>
        <p:nvSpPr>
          <p:cNvPr id="3" name="PH_CONDEDIDO_A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87819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>
            <a:spLocks/>
          </p:cNvSpPr>
          <p:nvPr/>
        </p:nvSpPr>
        <p:spPr>
          <a:xfrm>
            <a:off x="477169" y="3516498"/>
            <a:ext cx="5903662" cy="1769715"/>
          </a:xfrm>
          <a:prstGeom prst="rect">
            <a:avLst/>
          </a:prstGeom>
          <a:ln>
            <a:noFill/>
          </a:ln>
        </p:spPr>
        <p:txBody>
          <a:bodyPr vert="horz" wrap="square" lIns="0" tIns="0" rIns="0" bIns="0" rtlCol="0" anchor="t" anchorCtr="1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DIPLOMADO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{{FECHA_INICIO}} 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N°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Diplomado para que se le reconozca como tal.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6181BA67-E1F2-0033-0081-C78685C4EFFB}"/>
              </a:ext>
            </a:extLst>
          </p:cNvPr>
          <p:cNvSpPr/>
          <p:nvPr/>
        </p:nvSpPr>
        <p:spPr>
          <a:xfrm>
            <a:off x="3246807" y="7782460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3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AFE8DB8-BB3D-9C4F-317A-D420ABEEF7C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5860" y="6895677"/>
            <a:ext cx="830904" cy="830904"/>
          </a:xfrm>
          <a:prstGeom prst="rect">
            <a:avLst/>
          </a:prstGeom>
        </p:spPr>
      </p:pic>
      <p:pic>
        <p:nvPicPr>
          <p:cNvPr id="4" name="Imagen 3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60DE8CCB-49A1-55D7-C9BB-F7CB1F5B35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590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PH_TEMA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DIPLOMADO: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85990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36266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ES" sz="800" b="1" baseline="0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graphicFrame>
        <p:nvGraphicFramePr>
          <p:cNvPr id="14" name="PH_TABLA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178501"/>
              </p:ext>
            </p:extLst>
          </p:nvPr>
        </p:nvGraphicFramePr>
        <p:xfrm>
          <a:off x="745017" y="3111497"/>
          <a:ext cx="5367967" cy="467952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{{MODULO_3}}</a:t>
                      </a:r>
                      <a:endParaRPr lang="es-PE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{{MODULO_4}}</a:t>
                      </a:r>
                      <a:endParaRPr lang="es-PE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{{MODULO_5}}</a:t>
                      </a:r>
                      <a:endParaRPr lang="es-PE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900" dirty="0"/>
                        <a:t>{{MODULO_6}}</a:t>
                      </a:r>
                      <a:endParaRPr lang="es-PE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58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{{MODULO_7}}</a:t>
                      </a:r>
                      <a:endParaRPr lang="es-PE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830620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0072851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2" name="Imagen 1">
            <a:extLst>
              <a:ext uri="{FF2B5EF4-FFF2-40B4-BE49-F238E27FC236}">
                <a16:creationId xmlns:a16="http://schemas.microsoft.com/office/drawing/2014/main" id="{9DBA52C2-93AA-11C2-3024-1B96B460CDC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sp>
        <p:nvSpPr>
          <p:cNvPr id="4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272947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/>
              <a:t>{{QR_CODE}}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69292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86342</TotalTime>
  <Words>306</Words>
  <Application>Microsoft Office PowerPoint</Application>
  <PresentationFormat>A4 (210 x 297 mm)</PresentationFormat>
  <Paragraphs>60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1219</cp:revision>
  <cp:lastPrinted>2026-01-08T17:39:28Z</cp:lastPrinted>
  <dcterms:created xsi:type="dcterms:W3CDTF">2018-11-06T14:43:46Z</dcterms:created>
  <dcterms:modified xsi:type="dcterms:W3CDTF">2026-02-27T22:28:04Z</dcterms:modified>
</cp:coreProperties>
</file>